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1" r:id="rId2"/>
    <p:sldMasterId id="2147483673" r:id="rId3"/>
  </p:sldMasterIdLst>
  <p:notesMasterIdLst>
    <p:notesMasterId r:id="rId15"/>
  </p:notesMasterIdLst>
  <p:sldIdLst>
    <p:sldId id="256" r:id="rId4"/>
    <p:sldId id="257" r:id="rId5"/>
    <p:sldId id="268" r:id="rId6"/>
    <p:sldId id="269" r:id="rId7"/>
    <p:sldId id="270" r:id="rId8"/>
    <p:sldId id="271" r:id="rId9"/>
    <p:sldId id="272" r:id="rId10"/>
    <p:sldId id="275" r:id="rId11"/>
    <p:sldId id="273" r:id="rId12"/>
    <p:sldId id="276" r:id="rId13"/>
    <p:sldId id="267" r:id="rId14"/>
  </p:sldIdLst>
  <p:sldSz cx="9144000" cy="6858000" type="screen4x3"/>
  <p:notesSz cx="9144000" cy="6858000"/>
  <p:defaultTextStyle>
    <a:defPPr>
      <a:defRPr lang="en-US"/>
    </a:defPPr>
    <a:lvl1pPr lvl="0" algn="l" rtl="0">
      <a:spcBef>
        <a:spcPct val="0"/>
      </a:spcBef>
      <a:spcAft>
        <a:spcPct val="0"/>
      </a:spcAft>
      <a:defRPr lang="en-US" sz="1800" dirty="0">
        <a:solidFill>
          <a:schemeClr val="tx1"/>
        </a:solidFill>
        <a:latin typeface="Arial"/>
      </a:defRPr>
    </a:lvl1pPr>
    <a:lvl2pPr marL="457200" lvl="1" algn="l" rtl="0">
      <a:spcBef>
        <a:spcPct val="0"/>
      </a:spcBef>
      <a:spcAft>
        <a:spcPct val="0"/>
      </a:spcAft>
      <a:defRPr lang="en-US" sz="1800" dirty="0">
        <a:solidFill>
          <a:schemeClr val="tx1"/>
        </a:solidFill>
        <a:latin typeface="Arial"/>
      </a:defRPr>
    </a:lvl2pPr>
    <a:lvl3pPr marL="914400" lvl="2" algn="l" rtl="0">
      <a:spcBef>
        <a:spcPct val="0"/>
      </a:spcBef>
      <a:spcAft>
        <a:spcPct val="0"/>
      </a:spcAft>
      <a:defRPr lang="en-US" sz="1800" dirty="0">
        <a:solidFill>
          <a:schemeClr val="tx1"/>
        </a:solidFill>
        <a:latin typeface="Arial"/>
      </a:defRPr>
    </a:lvl3pPr>
    <a:lvl4pPr marL="1371600" lvl="3" algn="l" rtl="0">
      <a:spcBef>
        <a:spcPct val="0"/>
      </a:spcBef>
      <a:spcAft>
        <a:spcPct val="0"/>
      </a:spcAft>
      <a:defRPr lang="en-US" sz="1800" dirty="0">
        <a:solidFill>
          <a:schemeClr val="tx1"/>
        </a:solidFill>
        <a:latin typeface="Arial"/>
      </a:defRPr>
    </a:lvl4pPr>
    <a:lvl5pPr marL="1828800" lvl="4" algn="l" rtl="0">
      <a:spcBef>
        <a:spcPct val="0"/>
      </a:spcBef>
      <a:spcAft>
        <a:spcPct val="0"/>
      </a:spcAft>
      <a:defRPr lang="en-US" sz="1800" dirty="0">
        <a:solidFill>
          <a:schemeClr val="tx1"/>
        </a:solidFill>
        <a:latin typeface="Arial"/>
      </a:defRPr>
    </a:lvl5pPr>
    <a:lvl6pPr marL="2286000" lvl="5" algn="l" rtl="0">
      <a:defRPr lang="en-US" sz="1800" dirty="0">
        <a:solidFill>
          <a:schemeClr val="tx1"/>
        </a:solidFill>
        <a:latin typeface="Arial"/>
      </a:defRPr>
    </a:lvl6pPr>
    <a:lvl7pPr marL="2743200" lvl="6" algn="l" rtl="0">
      <a:defRPr lang="en-US" sz="1800" dirty="0">
        <a:solidFill>
          <a:schemeClr val="tx1"/>
        </a:solidFill>
        <a:latin typeface="Arial"/>
      </a:defRPr>
    </a:lvl7pPr>
    <a:lvl8pPr marL="3200400" lvl="7" algn="l" rtl="0">
      <a:defRPr lang="en-US" sz="1800" dirty="0">
        <a:solidFill>
          <a:schemeClr val="tx1"/>
        </a:solidFill>
        <a:latin typeface="Arial"/>
      </a:defRPr>
    </a:lvl8pPr>
    <a:lvl9pPr marL="3657600" lvl="8" algn="l" rtl="0">
      <a:defRPr lang="en-US" sz="1800" dirty="0">
        <a:solidFill>
          <a:schemeClr val="tx1"/>
        </a:solidFill>
        <a:latin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B65459-4C01-9248-BDAA-F28591FAF6F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27042-6B61-B148-8485-8BBBFAA13D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03211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1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8">
            <a:extLst>
              <a:ext uri="{37C6594E-CBB0-4BEC-BFAC-94EBD2C787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523C863-B733-4F86-8C5E-4448A1826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 rtlCol="0">
            <a:normAutofit/>
          </a:bodyPr>
          <a:lstStyle>
            <a:lvl1pPr lvl="0" algn="r" rtl="0">
              <a:spcBef>
                <a:spcPct val="0"/>
              </a:spcBef>
              <a:buNone/>
              <a:defRPr lang="en-US" sz="5600" b="1" dirty="0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>
                    <a:srgbClr val="000000">
                      <a:alpha val="43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16">
            <a:extLst>
              <a:ext uri="{B2728103-1A76-4E44-AE49-B0591101344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A34AFE5-AA44-4CC4-A980-6A5BB55CB9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 rtlCol="0"/>
          <a:lstStyle>
            <a:lvl1pPr marL="0" marR="45720" lvl="0" indent="0" algn="r">
              <a:buNone/>
              <a:defRPr lang="en-US" dirty="0">
                <a:solidFill>
                  <a:schemeClr val="tx1"/>
                </a:solidFill>
              </a:defRPr>
            </a:lvl1pPr>
            <a:lvl2pPr marL="457200" lvl="1" indent="0" algn="ctr">
              <a:buNone/>
            </a:lvl2pPr>
            <a:lvl3pPr marL="914400" lvl="2" indent="0" algn="ctr">
              <a:buNone/>
            </a:lvl3pPr>
            <a:lvl4pPr marL="1371600" lvl="3" indent="0" algn="ctr">
              <a:buNone/>
            </a:lvl4pPr>
            <a:lvl5pPr marL="1828800" lvl="4" indent="0" algn="ctr">
              <a:buNone/>
            </a:lvl5pPr>
            <a:lvl6pPr marL="2286000" lvl="5" indent="0" algn="ctr">
              <a:buNone/>
            </a:lvl6pPr>
            <a:lvl7pPr marL="2743200" lvl="6" indent="0" algn="ctr">
              <a:buNone/>
            </a:lvl7pPr>
            <a:lvl8pPr marL="3200400" lvl="7" indent="0" algn="ctr">
              <a:buNone/>
            </a:lvl8pPr>
            <a:lvl9pPr marL="3657600" lvl="8" indent="0" algn="ctr">
              <a:buNone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9">
            <a:extLst>
              <a:ext uri="{9447F7CD-14F1-4C0C-BC02-966F4F53019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3D864F-1102-4B57-AD66-F5549AD17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BCE7C611-6778-4A87-937C-D4C3E020AFD2}" type="datetime5">
              <a:t>26-Feb-26</a:t>
            </a:fld>
            <a:endParaRPr lang="en-US" dirty="0"/>
          </a:p>
        </p:txBody>
      </p:sp>
      <p:sp>
        <p:nvSpPr>
          <p:cNvPr id="5" name="Footer Placeholder 21">
            <a:extLst>
              <a:ext uri="{D14D43F7-6E5B-4C33-AEE1-D6329405FE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945B88-3734-4D34-932E-D9C84543A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9CC4666F-340B-46F0-B5C1-5BE612D1399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C932B66-8238-4332-B134-4A8E89C3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51500429-B3AB-4ABA-B942-47763FBAE656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F8A2824-933E-45BC-AD17-6AFEE7B984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E5FDFF-43DF-495D-8C98-2A7396542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48D7D4CA-8834-46DE-84FB-E74A483E2EE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3F1C3B8-2FA1-4805-841C-27B09FAACD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9">
            <a:extLst>
              <a:ext uri="{6F287EC4-AFBB-4E6F-A8BB-4D165E2F2BC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D9CF6A-302E-4EBF-94F0-D0B28A85B6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39EE13D2-9FC4-497B-8353-3C84BF1241B9}" type="datetime5">
              <a:t>26-Feb-26</a:t>
            </a:fld>
            <a:endParaRPr lang="en-US" dirty="0"/>
          </a:p>
        </p:txBody>
      </p:sp>
      <p:sp>
        <p:nvSpPr>
          <p:cNvPr id="5" name="Footer Placeholder 21">
            <a:extLst>
              <a:ext uri="{DBD79FAE-E722-44CB-87AB-B1FB523A23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4E328D-3D43-45A6-8AB3-B2F50BD25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225E0475-C85F-4F54-A639-E4EEAA2E5B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4312C9A-85AB-4DC4-9C3D-3BB19E15B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B01FE445-906E-451C-9366-3E26A0A5AFE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6D5015C-F288-4883-8759-3AB7415CC3A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10230D3-792B-485F-917B-30A2C84BAA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 rtlCol="0">
            <a:noAutofit/>
          </a:bodyPr>
          <a:lstStyle>
            <a:lvl1pPr lvl="0"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>
                    <a:srgbClr val="000000">
                      <a:alpha val="43000"/>
                    </a:srgbClr>
                  </a:outerShdw>
                </a:effectLst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A29F8B71-A2BE-45A2-ADC8-D0CFA2808F7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4C275A-015E-4F05-9396-7EE719424D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rtlCol="0"/>
          <a:lstStyle>
            <a:lvl1pPr marL="0" lvl="0" indent="0">
              <a:buNone/>
              <a:defRPr lang="en-US" sz="2200" dirty="0">
                <a:solidFill>
                  <a:schemeClr val="tx1"/>
                </a:solidFill>
              </a:defRPr>
            </a:lvl1pPr>
            <a:lvl2pPr lvl="1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lvl="2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lvl="3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lvl="4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9">
            <a:extLst>
              <a:ext uri="{F5F51125-3A01-49C6-A42B-55D07AAA042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32FB66-4739-4DC7-B40C-3E2686058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FEC98DBF-1B27-48A0-9D3F-50D543464909}" type="datetime5">
              <a:t>26-Feb-26</a:t>
            </a:fld>
            <a:endParaRPr lang="en-US" dirty="0"/>
          </a:p>
        </p:txBody>
      </p:sp>
      <p:sp>
        <p:nvSpPr>
          <p:cNvPr id="5" name="Footer Placeholder 21">
            <a:extLst>
              <a:ext uri="{07FE0609-988A-4E7A-97A3-8F7ABA18E20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AE9F8F-4837-4E04-995A-0ACFD710C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78D29A17-4967-4FD7-9400-35FF634748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B8DB7F8-DE90-4497-B9ED-ACCF33AE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C09BD0ED-D0F0-4C6E-BE98-1CCA1EA3166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D227C86-525D-4DC8-91F7-1BAD4D78CE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8E00D08-9E84-4767-8175-5AFC3667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87C3A59-A884-4AFC-B30C-5E988CEFA47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268F81-D456-4366-B529-E4297664E2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20084"/>
            <a:ext cx="4038600" cy="4434839"/>
          </a:xfrm>
        </p:spPr>
        <p:txBody>
          <a:bodyPr rtlCol="0"/>
          <a:lstStyle>
            <a:lvl1pPr lvl="0">
              <a:defRPr lang="en-US" sz="26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BD68FF46-1B8F-47DD-8174-9123D0327CC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1046352-176B-42BF-9A17-29552F6E1F14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920084"/>
            <a:ext cx="4038600" cy="4434839"/>
          </a:xfrm>
        </p:spPr>
        <p:txBody>
          <a:bodyPr rtlCol="0"/>
          <a:lstStyle>
            <a:lvl1pPr lvl="0">
              <a:defRPr lang="en-US" sz="26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9">
            <a:extLst>
              <a:ext uri="{5DF4C7EB-4CBE-4E0B-8249-5F299CC814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C288EE7-8ACF-4E40-A1C4-7682DB548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7B91B11B-DF1F-44B6-B20D-30F45C7D63C0}" type="datetime5">
              <a:t>26-Feb-26</a:t>
            </a:fld>
            <a:endParaRPr lang="en-US" dirty="0"/>
          </a:p>
        </p:txBody>
      </p:sp>
      <p:sp>
        <p:nvSpPr>
          <p:cNvPr id="6" name="Footer Placeholder 21">
            <a:extLst>
              <a:ext uri="{F44AA767-3D8F-4109-8C10-B10419B8640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4C1028-3109-40B2-9A2A-3DE925F0F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07883466-0AD4-4017-8F70-A46CFC46E1C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1DF891C-1E27-4E24-9597-71C6131E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60AC52F5-A37B-4914-90D4-41A3A6BF30A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0DE8351-8264-43B5-AC30-7F2E117118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A9830E-698E-4810-90E2-8FE6D2F02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1DD78B7E-C360-4C83-807F-10764123A11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5A13582-96E9-4713-B59F-9959A09481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7" cy="659352"/>
          </a:xfrm>
        </p:spPr>
        <p:txBody>
          <a:bodyPr lIns="45720" tIns="0" rIns="45720" bIns="0" rtlCol="0" anchor="ctr">
            <a:noAutofit/>
          </a:bodyPr>
          <a:lstStyle>
            <a:lvl1pPr marL="0" lvl="0" indent="0">
              <a:buNone/>
              <a:defRPr lang="en-US" sz="2400" b="1" cap="none" baseline="0" dirty="0">
                <a:solidFill>
                  <a:schemeClr val="tx2"/>
                </a:solidFill>
                <a:latin typeface="+mn-lt"/>
              </a:defRPr>
            </a:lvl1pPr>
            <a:lvl2pPr lvl="1">
              <a:buNone/>
              <a:defRPr lang="en-US" sz="2000" b="1" dirty="0">
                <a:latin typeface="+mn-lt"/>
              </a:defRPr>
            </a:lvl2pPr>
            <a:lvl3pPr lvl="2">
              <a:buNone/>
              <a:defRPr lang="en-US" sz="1800" b="1" dirty="0">
                <a:latin typeface="+mn-lt"/>
              </a:defRPr>
            </a:lvl3pPr>
            <a:lvl4pPr lvl="3">
              <a:buNone/>
              <a:defRPr lang="en-US" sz="1600" b="1" dirty="0">
                <a:latin typeface="+mn-lt"/>
              </a:defRPr>
            </a:lvl4pPr>
            <a:lvl5pPr lvl="4">
              <a:buNone/>
              <a:defRPr lang="en-US" sz="1600" b="1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>
            <a:extLst>
              <a:ext uri="{62052BED-C35C-40F9-97F2-10C26A4269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BD268CF-F7A8-4020-AF74-426394A6251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645025" y="1859757"/>
            <a:ext cx="4041774" cy="654843"/>
          </a:xfrm>
        </p:spPr>
        <p:txBody>
          <a:bodyPr lIns="45720" tIns="0" rIns="45720" bIns="0" rtlCol="0" anchor="ctr"/>
          <a:lstStyle>
            <a:lvl1pPr marL="0" lvl="0" indent="0">
              <a:buNone/>
              <a:defRPr lang="en-US" sz="2400" b="1" cap="none" baseline="0" dirty="0">
                <a:solidFill>
                  <a:schemeClr val="tx2"/>
                </a:solidFill>
                <a:latin typeface="+mn-lt"/>
              </a:defRPr>
            </a:lvl1pPr>
            <a:lvl2pPr lvl="1">
              <a:buNone/>
              <a:defRPr lang="en-US" sz="2000" b="1" dirty="0">
                <a:latin typeface="+mn-lt"/>
              </a:defRPr>
            </a:lvl2pPr>
            <a:lvl3pPr lvl="2">
              <a:buNone/>
              <a:defRPr lang="en-US" sz="1800" b="1" dirty="0">
                <a:latin typeface="+mn-lt"/>
              </a:defRPr>
            </a:lvl3pPr>
            <a:lvl4pPr lvl="3">
              <a:buNone/>
              <a:defRPr lang="en-US" sz="1600" b="1" dirty="0">
                <a:latin typeface="+mn-lt"/>
              </a:defRPr>
            </a:lvl4pPr>
            <a:lvl5pPr lvl="4">
              <a:buNone/>
              <a:defRPr lang="en-US" sz="1600" b="1" dirty="0"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Content Placeholder 4">
            <a:extLst>
              <a:ext uri="{80FDC6A4-CA66-43EB-949B-E0B249FB456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0F70797-15AA-4765-BEBA-E83D6F8425B1}"/>
              </a:ext>
            </a:extLst>
          </p:cNvPr>
          <p:cNvSpPr>
            <a:spLocks noGrp="1"/>
          </p:cNvSpPr>
          <p:nvPr>
            <p:ph idx="3"/>
          </p:nvPr>
        </p:nvSpPr>
        <p:spPr>
          <a:xfrm>
            <a:off x="457200" y="2514600"/>
            <a:ext cx="4040187" cy="3845720"/>
          </a:xfrm>
        </p:spPr>
        <p:txBody>
          <a:bodyPr tIns="0" rtlCol="0"/>
          <a:lstStyle>
            <a:lvl1pPr lvl="0">
              <a:defRPr lang="en-US" sz="22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5">
            <a:extLst>
              <a:ext uri="{89DF27D7-FDC2-474C-BAA4-CC394414F2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2510E0-7D49-4B11-B78F-C0E956AD0E51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514600"/>
            <a:ext cx="4041774" cy="3845720"/>
          </a:xfrm>
        </p:spPr>
        <p:txBody>
          <a:bodyPr tIns="0" rtlCol="0"/>
          <a:lstStyle>
            <a:lvl1pPr lvl="0">
              <a:defRPr lang="en-US" sz="22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9">
            <a:extLst>
              <a:ext uri="{28A9554F-163C-4D35-8069-BA9C4232691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EFBF01C-39C8-4AA0-A970-ED5A86049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21499084-D115-4CB4-A395-32ED971620F6}" type="datetime5">
              <a:t>26-Feb-26</a:t>
            </a:fld>
            <a:endParaRPr lang="en-US" dirty="0"/>
          </a:p>
        </p:txBody>
      </p:sp>
      <p:sp>
        <p:nvSpPr>
          <p:cNvPr id="8" name="Footer Placeholder 21">
            <a:extLst>
              <a:ext uri="{A1162F02-3651-43C6-8093-F6A9C887174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35E4A4-CF82-42DB-BDB0-D6C444303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9" name="Slide Number Placeholder 5">
            <a:extLst>
              <a:ext uri="{78FB7455-1A17-4B71-9419-B1724E55348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143073A-ADB4-4D61-B35B-B5FCE0292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8714A3F1-FB33-49BF-BB25-43D0C935EB0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390845E-767D-47AF-9EB9-7C4E9E11882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D359980-7BF9-407A-A01A-FF5646A72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rtlCol="0">
            <a:normAutofit/>
          </a:bodyPr>
          <a:lstStyle>
            <a:lvl1pPr lvl="0" algn="l" rtl="0">
              <a:spcBef>
                <a:spcPct val="0"/>
              </a:spcBef>
              <a:buNone/>
              <a:defRPr lang="en-US" sz="5000" b="0" dirty="0">
                <a:ln>
                  <a:noFill/>
                </a:ln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9">
            <a:extLst>
              <a:ext uri="{E1AFD6CF-BC11-47F9-B90C-0E9272C1BA0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10F542-2259-446B-864B-25487E28C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F620E32D-BFAC-4212-81B9-6C231B628648}" type="datetime5">
              <a:t>26-Feb-26</a:t>
            </a:fld>
            <a:endParaRPr lang="en-US" dirty="0"/>
          </a:p>
        </p:txBody>
      </p:sp>
      <p:sp>
        <p:nvSpPr>
          <p:cNvPr id="4" name="Footer Placeholder 21">
            <a:extLst>
              <a:ext uri="{CEB2F991-F4C4-4736-A340-E924AD78FF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ADCFFD8-D58C-44C1-9DD4-AF25BD2A3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5" name="Slide Number Placeholder 5">
            <a:extLst>
              <a:ext uri="{FB983970-E0FE-43CA-B76A-43401A8340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CBC5D3-3855-4713-B943-37CDB3D0B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D29927FF-FE4C-4286-B6D7-C8A5E883E70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>
            <a:extLst>
              <a:ext uri="{12EABC23-76DD-408A-9565-3ED60BF4DA4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FE90397-3693-4C83-A66B-E0116ECC4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6C308C0B-8352-4977-8A5A-4FA94CE46D8F}" type="datetime5">
              <a:t>26-Feb-26</a:t>
            </a:fld>
            <a:endParaRPr lang="en-US" dirty="0"/>
          </a:p>
        </p:txBody>
      </p:sp>
      <p:sp>
        <p:nvSpPr>
          <p:cNvPr id="3" name="Footer Placeholder 21">
            <a:extLst>
              <a:ext uri="{992CE1EA-C95F-418B-A724-7AEEE28814A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652F6D1-A405-42CC-956E-EDF7A535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4" name="Slide Number Placeholder 5">
            <a:extLst>
              <a:ext uri="{FBC7B2AB-A0C2-4A46-AC7D-8181E0A236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5CAAA9-0513-44AC-AC6D-54EAAD7D17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9665C2D1-A947-4E92-92A3-6D39E943016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7795EC3-5B0B-4406-9057-5793E4920A7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541A472-D5E2-4473-9E63-9AD98A986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rtlCol="0">
            <a:noAutofit/>
          </a:bodyPr>
          <a:lstStyle>
            <a:lvl1pPr lvl="0" algn="l" rtl="0">
              <a:spcBef>
                <a:spcPct val="0"/>
              </a:spcBef>
              <a:buNone/>
              <a:defRPr lang="en-US" sz="2600" b="0" dirty="0">
                <a:ln>
                  <a:noFill/>
                </a:ln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1F9C765D-EBF7-49CD-B19D-E4BD4316D26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B6A8A31-4636-4B5C-8B01-F0C9BE938C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</p:spPr>
        <p:txBody>
          <a:bodyPr lIns="18288" rIns="18288" rtlCol="0"/>
          <a:lstStyle>
            <a:lvl1pPr marL="0" lvl="0" indent="0" algn="l">
              <a:buNone/>
              <a:defRPr lang="en-US" sz="1400" dirty="0"/>
            </a:lvl1pPr>
            <a:lvl2pPr lvl="1" indent="0" algn="l">
              <a:buNone/>
              <a:defRPr lang="en-US" sz="1200" dirty="0"/>
            </a:lvl2pPr>
            <a:lvl3pPr lvl="2" indent="0" algn="l">
              <a:buNone/>
              <a:defRPr lang="en-US" sz="1000" dirty="0"/>
            </a:lvl3pPr>
            <a:lvl4pPr lvl="3" indent="0" algn="l">
              <a:buNone/>
              <a:defRPr lang="en-US" sz="900" dirty="0"/>
            </a:lvl4pPr>
            <a:lvl5pPr lvl="4" indent="0" algn="l">
              <a:buNone/>
              <a:defRPr lang="en-US" sz="900" dirty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837B0216-5F13-45A6-896B-38585A76B3E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F200CC-9100-4104-8C05-EC8B3332EDA3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3575050" y="1676400"/>
            <a:ext cx="5111749" cy="4572000"/>
          </a:xfrm>
        </p:spPr>
        <p:txBody>
          <a:bodyPr tIns="0" rtlCol="0"/>
          <a:lstStyle>
            <a:lvl1pPr lvl="0">
              <a:defRPr lang="en-US" sz="2800" dirty="0"/>
            </a:lvl1pPr>
            <a:lvl2pPr lvl="1">
              <a:defRPr lang="en-US" sz="2600" dirty="0"/>
            </a:lvl2pPr>
            <a:lvl3pPr lvl="2">
              <a:defRPr lang="en-US" sz="2400" dirty="0"/>
            </a:lvl3pPr>
            <a:lvl4pPr lvl="3">
              <a:defRPr lang="en-US" sz="2000" dirty="0"/>
            </a:lvl4pPr>
            <a:lvl5pPr lvl="4">
              <a:defRPr lang="en-US" sz="1800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9">
            <a:extLst>
              <a:ext uri="{E8873C21-67D7-4668-B50B-8FC1A4C043F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8E2E68-C53F-4DD9-AC01-59E712A61A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99CE13A9-48EE-41BF-8C94-A228655F1B36}" type="datetime5">
              <a:t>26-Feb-26</a:t>
            </a:fld>
            <a:endParaRPr lang="en-US" dirty="0"/>
          </a:p>
        </p:txBody>
      </p:sp>
      <p:sp>
        <p:nvSpPr>
          <p:cNvPr id="6" name="Footer Placeholder 21">
            <a:extLst>
              <a:ext uri="{B2B14784-0A88-4EF0-8694-FAE4A04E6F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87AF6FB-D198-499E-AB93-D764B74E2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7" name="Slide Number Placeholder 5">
            <a:extLst>
              <a:ext uri="{982ABF49-64D3-4A4E-88C8-95476093B1C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E83F91-3FB3-4B7F-961F-A275E3099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6C7C6F20-4E6D-42F1-BB5C-61EEB65B728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nip and Round Single Corner Rectangle 4">
            <a:extLst>
              <a:ext uri="{E8FDB935-40BC-4F14-B0C4-239FBB79049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6B88D2-75D3-488F-B33B-24633CC764C8}"/>
              </a:ext>
            </a:extLst>
          </p:cNvPr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>
            <a:solidFill>
              <a:srgbClr val="C0C0C0"/>
            </a:solidFill>
            <a:prstDash val="solid"/>
          </a:ln>
          <a:effectLst>
            <a:outerShdw blurRad="63500" dist="38500" dir="7500000" sx="98500" sy="100080" kx="277778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3" name="Right Triangle 5">
            <a:extLst>
              <a:ext uri="{7C261827-FE8B-467D-B60A-8182EC74C44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864CA5-D01C-420C-9F63-E4B4B8145A52}"/>
              </a:ext>
            </a:extLst>
          </p:cNvPr>
          <p:cNvSpPr/>
          <p:nvPr/>
        </p:nvSpPr>
        <p:spPr>
          <a:xfrm rot="420000" flipV="1">
            <a:off x="8004175" y="5359400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>
            <a:solidFill>
              <a:srgbClr val="FFFFFF"/>
            </a:solidFill>
            <a:prstDash val="solid"/>
            <a:bevel/>
          </a:ln>
          <a:effectLst>
            <a:outerShdw blurRad="19685" dist="6350" dir="1290000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10800000" rtlCol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endParaRPr lang="en-US" dirty="0"/>
          </a:p>
        </p:txBody>
      </p:sp>
      <p:sp>
        <p:nvSpPr>
          <p:cNvPr id="4" name="Freeform 6">
            <a:extLst>
              <a:ext uri="{DD63E003-D0E0-4078-88B9-E9FAFC2FF36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7A881E4-27B5-438F-B601-C75FDEE02848}"/>
              </a:ext>
            </a:extLst>
          </p:cNvPr>
          <p:cNvSpPr/>
          <p:nvPr/>
        </p:nvSpPr>
        <p:spPr>
          <a:xfrm flipV="1">
            <a:off x="-9525" y="5816600"/>
            <a:ext cx="9163050" cy="1041398"/>
          </a:xfrm>
          <a:custGeom>
            <a:avLst/>
            <a:gdLst/>
            <a:ahLst/>
            <a:cxnLst/>
            <a:rect l="0" t="0" r="r" b="b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1"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0"/>
          </a:gradFill>
          <a:ln w="9525" cap="flat">
            <a:noFill/>
            <a:prstDash val="solid"/>
            <a:round/>
          </a:ln>
        </p:spPr>
        <p:txBody>
          <a:bodyPr rot="10800000" rtlCol="0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+mn-lt"/>
            </a:endParaRPr>
          </a:p>
        </p:txBody>
      </p:sp>
      <p:sp>
        <p:nvSpPr>
          <p:cNvPr id="5" name="Freeform 7">
            <a:extLst>
              <a:ext uri="{2D1C99BB-13EC-4018-825D-4EEDEA9FEE9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211EAE-D996-451B-84C5-D436FCF26983}"/>
              </a:ext>
            </a:extLst>
          </p:cNvPr>
          <p:cNvSpPr/>
          <p:nvPr/>
        </p:nvSpPr>
        <p:spPr>
          <a:xfrm flipV="1">
            <a:off x="4381500" y="6219825"/>
            <a:ext cx="4762500" cy="638175"/>
          </a:xfrm>
          <a:custGeom>
            <a:avLst/>
            <a:gdLst/>
            <a:ahLst/>
            <a:cxnLst/>
            <a:rect l="0" t="0" r="r" b="b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0"/>
          </a:gradFill>
          <a:ln w="9525" cap="flat">
            <a:noFill/>
            <a:prstDash val="solid"/>
            <a:round/>
          </a:ln>
        </p:spPr>
        <p:txBody>
          <a:bodyPr rot="10800000" rtlCol="0"/>
          <a:lstStyle/>
          <a:p>
            <a:pPr>
              <a:spcBef>
                <a:spcPts val="0"/>
              </a:spcBef>
              <a:spcAft>
                <a:spcPts val="0"/>
              </a:spcAft>
            </a:pPr>
            <a:endParaRPr lang="en-US" dirty="0">
              <a:latin typeface="+mn-lt"/>
            </a:endParaRPr>
          </a:p>
        </p:txBody>
      </p:sp>
      <p:sp>
        <p:nvSpPr>
          <p:cNvPr id="6" name="Title 1">
            <a:extLst>
              <a:ext uri="{C149F795-D05D-42BD-B9A8-AE3007724C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76494A2-4FCA-401A-9621-4A91852B1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lIns="45720" rIns="45720" bIns="45720" rtlCol="0"/>
          <a:lstStyle>
            <a:lvl1pPr lvl="0" algn="l">
              <a:buNone/>
              <a:defRPr lang="en-US" sz="2000" b="1" dirty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Text Placeholder 3">
            <a:extLst>
              <a:ext uri="{35FAC1DB-D467-43D5-A8D6-EE868B808C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AE4B93-8219-40FB-AEDD-BC431365C6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</p:spPr>
        <p:txBody>
          <a:bodyPr lIns="64008" rIns="45720" rtlCol="0"/>
          <a:lstStyle>
            <a:lvl1pPr marL="0" lvl="0" indent="0" algn="l">
              <a:spcBef>
                <a:spcPts val="250"/>
              </a:spcBef>
              <a:buNone/>
              <a:defRPr lang="en-US" sz="1300" dirty="0"/>
            </a:lvl1pPr>
            <a:lvl2pPr lvl="1">
              <a:defRPr lang="en-US" sz="1200" dirty="0"/>
            </a:lvl2pPr>
            <a:lvl3pPr lvl="2">
              <a:defRPr lang="en-US" sz="1000" dirty="0"/>
            </a:lvl3pPr>
            <a:lvl4pPr lvl="3">
              <a:defRPr lang="en-US" sz="900" dirty="0"/>
            </a:lvl4pPr>
            <a:lvl5pPr lvl="4">
              <a:defRPr lang="en-US" sz="900" dirty="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Picture Placeholder 2">
            <a:extLst>
              <a:ext uri="{E1DB1BA8-00EB-4B74-ABC8-0C34B6F34DC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0FAB30B-C5A3-4A5F-B513-52F82717419A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</p:spPr>
        <p:txBody>
          <a:bodyPr rtlCol="0">
            <a:normAutofit/>
          </a:bodyPr>
          <a:lstStyle>
            <a:lvl1pPr marL="0" lvl="0" indent="0">
              <a:buNone/>
              <a:defRPr lang="en-US" sz="3200" dirty="0"/>
            </a:lvl1pPr>
          </a:lstStyle>
          <a:p>
            <a:pPr lvl="0"/>
            <a:r>
              <a:rPr lang="en-US" dirty="0"/>
              <a:t>Click icon to add picture</a:t>
            </a:r>
          </a:p>
        </p:txBody>
      </p:sp>
      <p:sp>
        <p:nvSpPr>
          <p:cNvPr id="9" name="Date Placeholder 4">
            <a:extLst>
              <a:ext uri="{9A72C3DD-46F8-4E4B-826E-9F9F563249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FD1390-94F5-4EAF-A129-8BAEE00C8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4C13C390-8DA2-4ED4-B454-FFC6F210A466}" type="datetime5">
              <a:t>26-Feb-26</a:t>
            </a:fld>
            <a:endParaRPr lang="en-US" dirty="0"/>
          </a:p>
        </p:txBody>
      </p:sp>
      <p:sp>
        <p:nvSpPr>
          <p:cNvPr id="10" name="Footer Placeholder 5">
            <a:extLst>
              <a:ext uri="{5185B20B-1E7E-4A4F-9045-050B23BFB48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B95C379-D957-487D-A7DB-A87CE4BBC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11" name="Slide Number Placeholder 5">
            <a:extLst>
              <a:ext uri="{7133598A-815C-4B3C-B03F-0EFB4FE98ED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13CCD5-67FC-40C4-83EE-79AA58B40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E814D39F-3275-40A8-BC8F-67989B667F2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236975F-E8BD-46D0-84A5-D76ED1218B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1C7D841-0099-4839-8F3A-AD856CD09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EF6B4410-310C-4ED3-8C2D-C5D373514F1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3BCE36F-30D1-4448-BB35-197306DAF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9">
            <a:extLst>
              <a:ext uri="{09933683-E311-43E7-8409-08A6C5740D5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0F2500C-C1C9-4A46-B118-ED0B6F700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56E2726A-F1DB-454C-A954-BA4E7DA0133E}" type="datetime5">
              <a:t>26-Feb-26</a:t>
            </a:fld>
            <a:endParaRPr lang="en-US" dirty="0"/>
          </a:p>
        </p:txBody>
      </p:sp>
      <p:sp>
        <p:nvSpPr>
          <p:cNvPr id="5" name="Footer Placeholder 21">
            <a:extLst>
              <a:ext uri="{500C0CF6-2DF0-4D58-88D6-4BA08C32C34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7A4C7A-B602-4CA0-A843-0CE7C4992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DBEFB615-62A5-4AA0-8275-D58AA94716A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EE967ED-1905-4759-B509-23FFED54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AD23E515-C65B-4784-9AC0-F079A90A3AD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4506D462-74B6-4106-AF45-FE369841334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1FE4652-73B9-4491-B8FB-D827F07DE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914401"/>
            <a:ext cx="2057400" cy="5211762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6ECE13F0-3920-4E4C-A73F-3362C024AF4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6D610AA-F49D-4C9A-BE51-F3DD47C5E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914401"/>
            <a:ext cx="6019800" cy="5211762"/>
          </a:xfrm>
        </p:spPr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9">
            <a:extLst>
              <a:ext uri="{26BD2D7D-5902-4BD3-9418-C61EAD9AD7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6FE988-0FF7-4618-9354-24F736EA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lvl="0"/>
          </a:lstStyle>
          <a:p>
            <a:fld id="{071AE823-332C-42E1-9014-7B22E1CB2708}" type="datetime5">
              <a:t>26-Feb-26</a:t>
            </a:fld>
            <a:endParaRPr lang="en-US" dirty="0"/>
          </a:p>
        </p:txBody>
      </p:sp>
      <p:sp>
        <p:nvSpPr>
          <p:cNvPr id="5" name="Footer Placeholder 21">
            <a:extLst>
              <a:ext uri="{3885C895-A5B7-48D8-AC4E-755003B1A5F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E1B006-2E60-4F63-8222-16CAB3DFF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>
            <a:lvl1pPr lvl="0"/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23FD7B3D-8C12-487E-867D-7027D3E6FF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D952AD7-E984-4870-A3BD-C18494B9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6D023758-0A46-40EB-BC99-90DA659F3CA1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110A671-F607-461E-8E55-6B23F03465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C9A9DB-9A5B-4741-9427-F3CFC14B7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21E89A90-B190-4136-B410-57BF186AA7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53EFC15-F882-4E9B-B651-D67E6CB9F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A1BF6C5F-068E-4CF2-A9B1-6FE469C4BE36}" type="datetime5">
              <a:t>26-Feb-26</a:t>
            </a:fld>
            <a:endParaRPr lang="en-US" dirty="0"/>
          </a:p>
        </p:txBody>
      </p:sp>
      <p:sp>
        <p:nvSpPr>
          <p:cNvPr id="4" name="Footer Placeholder 3">
            <a:extLst>
              <a:ext uri="{9F546DC8-D29C-4AF2-A993-05FEC8F8846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4F8C4B5-DC90-4832-B83A-B68927FBC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39000" y="6477000"/>
            <a:ext cx="1447800" cy="381000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D8C0010D-2867-4936-8D2F-6B6EE52787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B1816CC-14B4-4CF5-9FCE-53B4B3452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D92F32C9-825A-4962-B65F-99C35BCE3F1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2D9BC81-4B01-4E64-B2F2-78099663FAA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B68350A-4AA7-40E7-9566-8CF9A227F7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6C699D10-39DA-42CA-ADB6-D1FA88CB075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0D096D4-DDE7-4024-ACE6-699169C77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/>
          <a:lstStyle>
            <a:lvl1pPr marL="0" lvl="0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2DFC6E4C-AB9A-4056-96DB-79C467EFF9C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38D3800-10AF-42F8-8E48-5AABC5961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4AA69DB-489B-45EE-8A15-EEFFD3108B34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B2E0890B-F3AB-46A1-8F7F-EE4BFCBA13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D90C1A4-C896-4B12-B35B-0C949D23B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07AC4539-943F-4E00-B058-E15F52CEB62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B36F86A-786D-4AF6-AEEC-F07D2257E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19160D8C-ECAA-48F4-BB92-CDF3D836EAD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606C16E-E16E-4E2A-8E3F-337C4A960D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2C11660-B143-4450-B5F3-5E20FF0CD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9B10280E-9FE6-432D-BE03-7D4241762CB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70953A-3F1F-49D9-B149-2804519BC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3C1E7BEF-3668-4E27-BD90-1EA90B8C779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0F9684B-DE0A-47D3-9646-7D4250A54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FE6755B1-37F9-436F-90AA-F82443C2B9BC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2BBA73ED-C423-4562-9F1F-75A046763E7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7CE3E2D-8BD6-48A0-A25B-35DE88512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C3069760-AC8E-4D88-9853-444902BCE78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556DD6E-0A22-4A08-831D-8D78E7FBA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B828D835-8946-4805-BAF6-320B1E89377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103CAC50-B86D-4368-8CE6-04CBB85C6FF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00E29B6-2840-4314-94E6-1A4E7B6D52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lvl="0" algn="l">
              <a:defRPr lang="en-US" sz="4000" b="1" cap="all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AF1D4F39-2884-47E6-A21A-F41D8FA0B1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6A5E85-0A6B-4B84-870D-CA60711FB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lvl="0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82F46FD0-BC51-4CC4-BCD0-B22F30648A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CB556E5-2335-440C-A202-9F50711D9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E2BD4ED-1118-4D9D-87A1-6567F491E711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968FEABB-4B3C-45F8-B1EB-CD554C8BD1D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8AA8734-7609-40BF-9D42-506EFAF2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84B24CA0-10DE-46BB-9E2E-67B13027617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4ECDB3-BFEB-41B3-B1F8-7255D5225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</p:spTree>
    <p:extLst>
      <p:ext uri="{A0535C61-C638-4FFB-B040-81B4EA77893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55FD1FB-C32F-456F-9267-F8383046F3D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CA3181E-8B41-4025-A122-14C1090A4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4DA6DFB2-64D9-4226-A804-AE45D79580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4055906-7E01-466A-A30C-51A23BCF26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2"/>
          </a:xfrm>
        </p:spPr>
        <p:txBody>
          <a:bodyPr rtlCol="0"/>
          <a:lstStyle>
            <a:lvl1pPr lvl="0">
              <a:defRPr lang="en-US" sz="28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  <a:lvl6pPr lvl="5">
              <a:defRPr lang="en-US" sz="1800" dirty="0"/>
            </a:lvl6pPr>
            <a:lvl7pPr lvl="6">
              <a:defRPr lang="en-US" sz="1800" dirty="0"/>
            </a:lvl7pPr>
            <a:lvl8pPr lvl="7">
              <a:defRPr lang="en-US" sz="1800" dirty="0"/>
            </a:lvl8pPr>
            <a:lvl9pPr lvl="8">
              <a:defRPr lang="en-US" sz="18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20B9956-9EF5-4567-9164-8E4B694F64D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70E93A6-EAB5-4DB0-9028-2CC526E9B20E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2"/>
          </a:xfrm>
        </p:spPr>
        <p:txBody>
          <a:bodyPr rtlCol="0"/>
          <a:lstStyle>
            <a:lvl1pPr lvl="0">
              <a:defRPr lang="en-US" sz="28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  <a:lvl6pPr lvl="5">
              <a:defRPr lang="en-US" sz="1800" dirty="0"/>
            </a:lvl6pPr>
            <a:lvl7pPr lvl="6">
              <a:defRPr lang="en-US" sz="1800" dirty="0"/>
            </a:lvl7pPr>
            <a:lvl8pPr lvl="7">
              <a:defRPr lang="en-US" sz="1800" dirty="0"/>
            </a:lvl8pPr>
            <a:lvl9pPr lvl="8">
              <a:defRPr lang="en-US" sz="18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615B7663-7B89-462F-9BE9-3ACE93F4FF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B247D88-5008-4262-9442-0CC22FE3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8B908B6-4551-417C-AD39-6CE97A8F5BDA}" type="datetime5">
              <a:t>26-Feb-26</a:t>
            </a:fld>
            <a:endParaRPr lang="en-US" dirty="0"/>
          </a:p>
        </p:txBody>
      </p:sp>
      <p:sp>
        <p:nvSpPr>
          <p:cNvPr id="6" name="Footer Placeholder 5">
            <a:extLst>
              <a:ext uri="{882BA2CF-8359-454E-AFD5-175A3E1001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F3DB1CA-87EC-4DD2-BAF1-6A1DF31BD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A9B02429-B521-47A2-9DD3-5DDBB83C8E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30BE9BE-CD16-42D3-9379-1C7482DAA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46144B71-FC99-4BD2-B40B-53284E878A4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427E27AC-4BA7-4616-9FCF-266839E857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CA54478-C08A-4A94-BFAB-B4D7B264BC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C0CB31F0-CAB1-4652-BBB0-1CE98334EF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FED7A7-AA55-4EE5-8E23-22789FA6D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7" cy="639762"/>
          </a:xfrm>
        </p:spPr>
        <p:txBody>
          <a:bodyPr rtlCol="0" anchor="b"/>
          <a:lstStyle>
            <a:lvl1pPr marL="0" lvl="0" indent="0">
              <a:buNone/>
              <a:defRPr lang="en-US" sz="2400" b="1" dirty="0"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E2AF8762-7442-4643-8194-19DCB3D28D2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0F8841D-F7EA-40D6-B665-192C6894C35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7" cy="3951288"/>
          </a:xfrm>
        </p:spPr>
        <p:txBody>
          <a:bodyPr rtlCol="0"/>
          <a:lstStyle>
            <a:lvl1pPr lvl="0">
              <a:defRPr lang="en-US" sz="24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  <a:lvl6pPr lvl="5">
              <a:defRPr lang="en-US" sz="1600" dirty="0"/>
            </a:lvl6pPr>
            <a:lvl7pPr lvl="6">
              <a:defRPr lang="en-US" sz="1600" dirty="0"/>
            </a:lvl7pPr>
            <a:lvl8pPr lvl="7">
              <a:defRPr lang="en-US" sz="1600" dirty="0"/>
            </a:lvl8pPr>
            <a:lvl9pPr lvl="8">
              <a:defRPr lang="en-US" sz="16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1A64BBB2-FF39-4B25-B3D0-D4796E61A4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F48CF6E-F15E-4D56-8F9E-B94317DF7D44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4" cy="639762"/>
          </a:xfrm>
        </p:spPr>
        <p:txBody>
          <a:bodyPr rtlCol="0" anchor="b"/>
          <a:lstStyle>
            <a:lvl1pPr marL="0" lvl="0" indent="0">
              <a:buNone/>
              <a:defRPr lang="en-US" sz="2400" b="1" dirty="0"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DE075589-CFF0-475E-9F96-3AA4F3B0E40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16A6BEB-1EBF-4AAD-88FF-5337B2AA759C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4" cy="3951288"/>
          </a:xfrm>
        </p:spPr>
        <p:txBody>
          <a:bodyPr rtlCol="0"/>
          <a:lstStyle>
            <a:lvl1pPr lvl="0">
              <a:defRPr lang="en-US" sz="24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  <a:lvl6pPr lvl="5">
              <a:defRPr lang="en-US" sz="1600" dirty="0"/>
            </a:lvl6pPr>
            <a:lvl7pPr lvl="6">
              <a:defRPr lang="en-US" sz="1600" dirty="0"/>
            </a:lvl7pPr>
            <a:lvl8pPr lvl="7">
              <a:defRPr lang="en-US" sz="1600" dirty="0"/>
            </a:lvl8pPr>
            <a:lvl9pPr lvl="8">
              <a:defRPr lang="en-US" sz="16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C6F7FF5C-643B-4706-9E04-2E5530EE31F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30C8921-F5F6-472C-BE6F-758F3C40C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89512DF-FE8B-4C01-9D3A-71516BABC4D9}" type="datetime5">
              <a:t>26-Feb-26</a:t>
            </a:fld>
            <a:endParaRPr lang="en-US" dirty="0"/>
          </a:p>
        </p:txBody>
      </p:sp>
      <p:sp>
        <p:nvSpPr>
          <p:cNvPr id="8" name="Footer Placeholder 7">
            <a:extLst>
              <a:ext uri="{464872AC-0B74-4DCD-87BC-F0DB58E26B8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DFA85F-5471-42A0-BAF0-8D8E835CF7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0414886A-B56F-4206-AE26-BD453227108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ACE92F-DE59-4EB8-804E-5969B0B74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8C8F49AB-2F6B-4A12-85ED-1BF639FFE68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7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757D4DA8-1A91-4341-AC2F-3431B26AC1A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F88F25D-BA60-4E92-BECA-D77F10014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900A1803-F44D-403C-9D27-CB36A9CAAB0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1F126BE-CD4F-4D37-9D81-E261AE3DC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EFEFA32D-C218-4CCF-A7A6-8002DDF99397}" type="datetime5">
              <a:t>26-Feb-26</a:t>
            </a:fld>
            <a:endParaRPr lang="en-US" dirty="0"/>
          </a:p>
        </p:txBody>
      </p:sp>
      <p:sp>
        <p:nvSpPr>
          <p:cNvPr id="4" name="Footer Placeholder 3">
            <a:extLst>
              <a:ext uri="{55198991-5298-43A2-A057-E9CF5088602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2AD7B7E-733F-4F06-BD86-6E4A3536A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D3D184A4-56CE-40C6-AC6E-F31F12937C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8A9181-7F73-40ED-BA8D-C822F8AD89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A9B07151-D835-407D-8DAF-21D46C3B2FD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7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B4721F2F-04E3-4319-B1E7-247036F8058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DFD0293-6EEA-4577-BA8F-AA2603339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03D14AC-F4C4-4054-AF0E-78D79965F9EE}" type="datetime5">
              <a:t>26-Feb-26</a:t>
            </a:fld>
            <a:endParaRPr lang="en-US" dirty="0"/>
          </a:p>
        </p:txBody>
      </p:sp>
      <p:sp>
        <p:nvSpPr>
          <p:cNvPr id="3" name="Footer Placeholder 2">
            <a:extLst>
              <a:ext uri="{740089B3-5ED6-4C52-AA94-794A25E6721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DCB5E88-1871-40BF-B775-1CEFF5A34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910F3C98-D127-435E-9BAF-107CD3A869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C5F4863-D8D7-4A89-87A5-AA0FF816A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58AC9FDD-5EFE-444A-889F-6D036C123D0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9EEF1323-FC25-4E0B-9A35-F9A2E32D57F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A57586-7846-47EF-9509-A61A5C47B8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rtlCol="0" anchor="b"/>
          <a:lstStyle>
            <a:lvl1pPr lvl="0" algn="l">
              <a:defRPr lang="en-US" sz="2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C8A141C6-0912-417B-9E01-8832EDA77B4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BFA17E3-A64D-443D-8434-F4E9544E0C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49" cy="5853112"/>
          </a:xfrm>
        </p:spPr>
        <p:txBody>
          <a:bodyPr rtlCol="0"/>
          <a:lstStyle>
            <a:lvl1pPr lvl="0">
              <a:defRPr lang="en-US" sz="3200" dirty="0"/>
            </a:lvl1pPr>
            <a:lvl2pPr lvl="1">
              <a:defRPr lang="en-US" sz="2800" dirty="0"/>
            </a:lvl2pPr>
            <a:lvl3pPr lvl="2">
              <a:defRPr lang="en-US" sz="2400" dirty="0"/>
            </a:lvl3pPr>
            <a:lvl4pPr lvl="3">
              <a:defRPr lang="en-US" sz="2000" dirty="0"/>
            </a:lvl4pPr>
            <a:lvl5pPr lvl="4">
              <a:defRPr lang="en-US" sz="2000" dirty="0"/>
            </a:lvl5pPr>
            <a:lvl6pPr lvl="5">
              <a:defRPr lang="en-US" sz="2000" dirty="0"/>
            </a:lvl6pPr>
            <a:lvl7pPr lvl="6">
              <a:defRPr lang="en-US" sz="2000" dirty="0"/>
            </a:lvl7pPr>
            <a:lvl8pPr lvl="7">
              <a:defRPr lang="en-US" sz="2000" dirty="0"/>
            </a:lvl8pPr>
            <a:lvl9pPr lvl="8">
              <a:defRPr lang="en-US" sz="20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AA2B1E2B-97C6-43FB-9DB0-A53613D5B01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B2DE45C-A386-4F6A-B21E-F207C9B99C38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099"/>
            <a:ext cx="3008313" cy="4691063"/>
          </a:xfrm>
        </p:spPr>
        <p:txBody>
          <a:bodyPr rtlCol="0"/>
          <a:lstStyle>
            <a:lvl1pPr marL="0" lvl="0" indent="0">
              <a:buNone/>
              <a:defRPr lang="en-US" sz="1400" dirty="0"/>
            </a:lvl1pPr>
            <a:lvl2pPr marL="457200" lvl="1" indent="0">
              <a:buNone/>
              <a:defRPr lang="en-US" sz="1200" dirty="0"/>
            </a:lvl2pPr>
            <a:lvl3pPr marL="914400" lvl="2" indent="0">
              <a:buNone/>
              <a:defRPr lang="en-US" sz="1000" dirty="0"/>
            </a:lvl3pPr>
            <a:lvl4pPr marL="1371600" lvl="3" indent="0">
              <a:buNone/>
              <a:defRPr lang="en-US" sz="900" dirty="0"/>
            </a:lvl4pPr>
            <a:lvl5pPr marL="1828800" lvl="4" indent="0">
              <a:buNone/>
              <a:defRPr lang="en-US" sz="900" dirty="0"/>
            </a:lvl5pPr>
            <a:lvl6pPr marL="2286000" lvl="5" indent="0">
              <a:buNone/>
              <a:defRPr lang="en-US" sz="900" dirty="0"/>
            </a:lvl6pPr>
            <a:lvl7pPr marL="2743200" lvl="6" indent="0">
              <a:buNone/>
              <a:defRPr lang="en-US" sz="900" dirty="0"/>
            </a:lvl7pPr>
            <a:lvl8pPr marL="3200400" lvl="7" indent="0">
              <a:buNone/>
              <a:defRPr lang="en-US" sz="900" dirty="0"/>
            </a:lvl8pPr>
            <a:lvl9pPr marL="3657600" lvl="8" indent="0">
              <a:buNone/>
              <a:defRPr lang="en-US" sz="900" dirty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8B5D90C0-B54B-4DED-82EB-5E04A414AB1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737EFEB-80B3-4C18-9F03-BA23ACE2A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86DD037-A5E7-41D4-BCDB-3F5156E9E079}" type="datetime5">
              <a:t>26-Feb-26</a:t>
            </a:fld>
            <a:endParaRPr lang="en-US" dirty="0"/>
          </a:p>
        </p:txBody>
      </p:sp>
      <p:sp>
        <p:nvSpPr>
          <p:cNvPr id="6" name="Footer Placeholder 5">
            <a:extLst>
              <a:ext uri="{9CDC793D-1FB8-4F37-9F72-3480F30C04A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25218A-C7D7-44E1-99A1-017B507FB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1E7C5D46-988F-43FC-A0B7-4B2ED76E0F6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CDA9397-5E4B-4133-A9B3-EF09BE5CA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E7F01FE1-FA54-4FCE-878A-9E17240D65F8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6093752-3E3F-4ACD-BDC9-AB6C045EE2B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831110-A5AA-433A-8E98-F4D05ED42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rtlCol="0" anchor="b"/>
          <a:lstStyle>
            <a:lvl1pPr lvl="0" algn="l">
              <a:defRPr lang="en-US" sz="2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CBB67339-F211-4399-96AA-F49E1DA9E69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D099338-0E6A-49E8-B597-BDABB71B5A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lvl="0" indent="0">
              <a:buNone/>
              <a:defRPr lang="en-US" sz="3200" dirty="0"/>
            </a:lvl1pPr>
            <a:lvl2pPr marL="457200" lvl="1" indent="0">
              <a:buNone/>
              <a:defRPr lang="en-US" sz="2800" dirty="0"/>
            </a:lvl2pPr>
            <a:lvl3pPr marL="914400" lvl="2" indent="0">
              <a:buNone/>
              <a:defRPr lang="en-US" sz="2400" dirty="0"/>
            </a:lvl3pPr>
            <a:lvl4pPr marL="1371600" lvl="3" indent="0">
              <a:buNone/>
              <a:defRPr lang="en-US" sz="2000" dirty="0"/>
            </a:lvl4pPr>
            <a:lvl5pPr marL="1828800" lvl="4" indent="0">
              <a:buNone/>
              <a:defRPr lang="en-US" sz="2000" dirty="0"/>
            </a:lvl5pPr>
            <a:lvl6pPr marL="2286000" lvl="5" indent="0">
              <a:buNone/>
              <a:defRPr lang="en-US" sz="2000" dirty="0"/>
            </a:lvl6pPr>
            <a:lvl7pPr marL="2743200" lvl="6" indent="0">
              <a:buNone/>
              <a:defRPr lang="en-US" sz="2000" dirty="0"/>
            </a:lvl7pPr>
            <a:lvl8pPr marL="3200400" lvl="7" indent="0">
              <a:buNone/>
              <a:defRPr lang="en-US" sz="2000" dirty="0"/>
            </a:lvl8pPr>
            <a:lvl9pPr marL="3657600" lvl="8" indent="0">
              <a:buNone/>
              <a:defRPr lang="en-US" sz="2000" dirty="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85DB1212-E606-4B76-ACB7-B7A47FDFFB8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4ABFC1B-1A17-4100-8B2C-1695D94FC7C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7"/>
            <a:ext cx="5486400" cy="804862"/>
          </a:xfrm>
        </p:spPr>
        <p:txBody>
          <a:bodyPr rtlCol="0"/>
          <a:lstStyle>
            <a:lvl1pPr marL="0" lvl="0" indent="0">
              <a:buNone/>
              <a:defRPr lang="en-US" sz="1400" dirty="0"/>
            </a:lvl1pPr>
            <a:lvl2pPr marL="457200" lvl="1" indent="0">
              <a:buNone/>
              <a:defRPr lang="en-US" sz="1200" dirty="0"/>
            </a:lvl2pPr>
            <a:lvl3pPr marL="914400" lvl="2" indent="0">
              <a:buNone/>
              <a:defRPr lang="en-US" sz="1000" dirty="0"/>
            </a:lvl3pPr>
            <a:lvl4pPr marL="1371600" lvl="3" indent="0">
              <a:buNone/>
              <a:defRPr lang="en-US" sz="900" dirty="0"/>
            </a:lvl4pPr>
            <a:lvl5pPr marL="1828800" lvl="4" indent="0">
              <a:buNone/>
              <a:defRPr lang="en-US" sz="900" dirty="0"/>
            </a:lvl5pPr>
            <a:lvl6pPr marL="2286000" lvl="5" indent="0">
              <a:buNone/>
              <a:defRPr lang="en-US" sz="900" dirty="0"/>
            </a:lvl6pPr>
            <a:lvl7pPr marL="2743200" lvl="6" indent="0">
              <a:buNone/>
              <a:defRPr lang="en-US" sz="900" dirty="0"/>
            </a:lvl7pPr>
            <a:lvl8pPr marL="3200400" lvl="7" indent="0">
              <a:buNone/>
              <a:defRPr lang="en-US" sz="900" dirty="0"/>
            </a:lvl8pPr>
            <a:lvl9pPr marL="3657600" lvl="8" indent="0">
              <a:buNone/>
              <a:defRPr lang="en-US" sz="900" dirty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8E68C55E-AA76-4C2F-8555-0890D2A3F8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ED9B6CD-FC55-4F5B-86B9-370844DA3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294482DA-48FF-4350-A438-797172FBFE61}" type="datetime5">
              <a:t>26-Feb-26</a:t>
            </a:fld>
            <a:endParaRPr lang="en-US" dirty="0"/>
          </a:p>
        </p:txBody>
      </p:sp>
      <p:sp>
        <p:nvSpPr>
          <p:cNvPr id="6" name="Footer Placeholder 5">
            <a:extLst>
              <a:ext uri="{D6A1DFA7-7D8D-4A31-AA63-7AE2D92D4BA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62FA20F-7F00-45E0-8F7E-917FE4B7B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9E66CA3A-C009-45B8-A994-A08799AFBD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D9DAE7-78D4-4088-9748-82D161F91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85AD40DB-7372-4677-A7AC-B61F17BF9E3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8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F24A9F6-13E3-4C33-B7AD-D5294F35573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B762ECA-9905-423C-B436-09977315D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42DFE2CC-ACC9-49D6-8ED9-C63E2AFC218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E405448-FA9B-4E04-BA14-037478428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40CB0EAE-0F5B-40EC-B924-953656583A2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810DCF-82D0-4341-815D-2D585DB937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62A1D844-B81E-4598-A8AF-9B80D80035AE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95CED83B-61A6-4FEF-9E36-1850B170889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1E28C2A-08E0-4571-9732-9901AD92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48400" y="624840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65D2618F-0368-4E67-A32F-F0363126ECA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3B0CA85-91D6-41CF-BB8A-B11C277F1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8925987E-46E3-490C-9C0D-6D126E6DF88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BB3D9FB7-78F2-4522-9FD4-2B1E70A34EB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B35CA8-B8C0-4FB0-ABF3-AB78F066F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4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4CE3B703-CA6C-4D57-BD84-3B0EBA092B6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B491E89-8D3F-44F6-A7DC-86A14E0F6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4"/>
          </a:xfrm>
        </p:spPr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B68ED4-367D-420A-A50C-6F5A15FF63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8F849D9-9462-48E8-A073-A54133B230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A2FB2F0-BA3C-4010-A2DC-AC9A2E024F82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E04866F4-66F2-4558-97AA-317435D1015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9B27C52-A891-4DFF-A7E8-D8A1B2765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53FF121F-76AB-41DC-9887-FDB64AAB29F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7410B93-937B-4008-98B5-FF8B1809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0CB026E1-9F89-4E96-9D55-147003A3D33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8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0052EB9-0166-4E3D-9438-B66FC8DF16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6FC01F8-1CBC-44BE-BDDC-E782BEFB8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2130425"/>
            <a:ext cx="7772400" cy="1470025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E9F971B2-D253-4D89-9EB1-94AACDB665D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2936E23-EEBF-4F74-8A1D-88A71056ED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 rtlCol="0"/>
          <a:lstStyle>
            <a:lvl1pPr marL="0" lvl="0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 algn="ctr">
              <a:buNone/>
              <a:defRPr lang="en-US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3FBE9BEC-A061-4269-B279-0A9970CCDCF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E71E00A-2053-4130-B7D8-DDE4C369C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1069536-5750-43F2-A816-93BD9624A853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1215B29B-2797-4CE6-99E8-23B7E434A11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E2AB127-5EF6-4E4A-B144-FECEDBD43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00893596-756E-46C4-8535-C0AE920B26C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7D30EB6-9E76-4A54-BC9A-6F1B366D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61993D35-FAC9-4EE3-AFFC-D33DDDC18F67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EB2E3EBC-D42A-4885-8FD4-F64A970E59F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92555A2-C4F6-48FA-BD79-293C468A0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BF4D1A5E-4FA1-42BC-B69A-D7BF3C7A4F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3F93789-9A9C-42C6-A48F-BAB51CF05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4814AD79-35C7-4629-8406-86785DB821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129DCE4-1821-4169-8A8A-24ADBFD19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77B835C-CFEB-494C-B67D-AC28F08ABA06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F907490F-2A6B-4DA7-A32F-1DE8FE7DE5D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3CF597F-34E9-4608-871C-7640FCEC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0995F5D5-65FF-427D-A132-ED583D9A70D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D7C6C7D-456D-418A-8377-96837AD2F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158047ED-A26E-4A6D-946D-816DDB4C219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8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83AD16C0-6342-443B-B000-A38E7366727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AF2586-0819-4F44-8F02-5A7AD1D366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rtlCol="0" anchor="t"/>
          <a:lstStyle>
            <a:lvl1pPr lvl="0" algn="l">
              <a:defRPr lang="en-US" sz="4000" b="1" cap="all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50804B13-2B0E-4C62-8E48-81B902B3787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C6607F8-7A0C-4CAF-8B77-193F45FA5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rtlCol="0" anchor="b"/>
          <a:lstStyle>
            <a:lvl1pPr marL="0" lvl="0" indent="0">
              <a:buNone/>
              <a:defRPr lang="en-US" sz="2000" dirty="0">
                <a:solidFill>
                  <a:schemeClr val="tx1">
                    <a:tint val="75000"/>
                  </a:schemeClr>
                </a:solidFill>
              </a:defRPr>
            </a:lvl1pPr>
            <a:lvl2pPr marL="457200" lvl="1" indent="0">
              <a:buNone/>
              <a:defRPr lang="en-US" sz="1800" dirty="0">
                <a:solidFill>
                  <a:schemeClr val="tx1">
                    <a:tint val="75000"/>
                  </a:schemeClr>
                </a:solidFill>
              </a:defRPr>
            </a:lvl2pPr>
            <a:lvl3pPr marL="914400" lvl="2" indent="0">
              <a:buNone/>
              <a:defRPr lang="en-US" sz="1600" dirty="0">
                <a:solidFill>
                  <a:schemeClr val="tx1">
                    <a:tint val="75000"/>
                  </a:schemeClr>
                </a:solidFill>
              </a:defRPr>
            </a:lvl3pPr>
            <a:lvl4pPr marL="1371600" lvl="3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4pPr>
            <a:lvl5pPr marL="1828800" lvl="4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5pPr>
            <a:lvl6pPr marL="2286000" lvl="5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6pPr>
            <a:lvl7pPr marL="2743200" lvl="6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7pPr>
            <a:lvl8pPr marL="3200400" lvl="7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8pPr>
            <a:lvl9pPr marL="3657600" lvl="8" indent="0">
              <a:buNone/>
              <a:defRPr lang="en-US" sz="1400" dirty="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BFC8B336-CB1F-49A4-8E0C-3DBD83C3137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B5C2E6B-3DD4-4FFB-88CD-7132C4BC2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6C9A834-F1F7-48AB-A926-14565F92C104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38D96832-196A-460E-BB05-FD70A4C253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69B60CA-0712-4F16-9706-62AAD3283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BFB06DA7-AEF7-44C0-9D7B-6BABDAF8C82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E37D7D2-AE9D-4C5C-B231-4CDDF5F9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22D46251-FCCB-4571-A965-3842C9D9FED5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C97B6F1-C03F-4A5C-94A1-4DA550B21D0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26D0697-9735-4A46-BAE2-C283C9822E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DAD19B8F-0B94-4A46-BC32-3C3450BC938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5CDD44-4DEF-47F6-A8BB-C1C6D91711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2"/>
          </a:xfrm>
        </p:spPr>
        <p:txBody>
          <a:bodyPr rtlCol="0"/>
          <a:lstStyle>
            <a:lvl1pPr lvl="0">
              <a:defRPr lang="en-US" sz="28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  <a:lvl6pPr lvl="5">
              <a:defRPr lang="en-US" sz="1800" dirty="0"/>
            </a:lvl6pPr>
            <a:lvl7pPr lvl="6">
              <a:defRPr lang="en-US" sz="1800" dirty="0"/>
            </a:lvl7pPr>
            <a:lvl8pPr lvl="7">
              <a:defRPr lang="en-US" sz="1800" dirty="0"/>
            </a:lvl8pPr>
            <a:lvl9pPr lvl="8">
              <a:defRPr lang="en-US" sz="18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AEA7F398-CC5C-44FA-93E2-4D28186AE3D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A8180ED-003D-4897-AD3A-5637631FEE1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648200" y="1600200"/>
            <a:ext cx="4038600" cy="4525962"/>
          </a:xfrm>
        </p:spPr>
        <p:txBody>
          <a:bodyPr rtlCol="0"/>
          <a:lstStyle>
            <a:lvl1pPr lvl="0">
              <a:defRPr lang="en-US" sz="2800" dirty="0"/>
            </a:lvl1pPr>
            <a:lvl2pPr lvl="1">
              <a:defRPr lang="en-US" sz="2400" dirty="0"/>
            </a:lvl2pPr>
            <a:lvl3pPr lvl="2">
              <a:defRPr lang="en-US" sz="2000" dirty="0"/>
            </a:lvl3pPr>
            <a:lvl4pPr lvl="3">
              <a:defRPr lang="en-US" sz="1800" dirty="0"/>
            </a:lvl4pPr>
            <a:lvl5pPr lvl="4">
              <a:defRPr lang="en-US" sz="1800" dirty="0"/>
            </a:lvl5pPr>
            <a:lvl6pPr lvl="5">
              <a:defRPr lang="en-US" sz="1800" dirty="0"/>
            </a:lvl6pPr>
            <a:lvl7pPr lvl="6">
              <a:defRPr lang="en-US" sz="1800" dirty="0"/>
            </a:lvl7pPr>
            <a:lvl8pPr lvl="7">
              <a:defRPr lang="en-US" sz="1800" dirty="0"/>
            </a:lvl8pPr>
            <a:lvl9pPr lvl="8">
              <a:defRPr lang="en-US" sz="18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68629391-7FEB-484C-B4D1-D182DA08DC5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3AD5B6-06FF-4328-A864-B7F794204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B413AA1-EDEC-4B4C-9811-BD5622EFD84A}" type="datetime5">
              <a:t>26-Feb-26</a:t>
            </a:fld>
            <a:endParaRPr lang="en-US" dirty="0"/>
          </a:p>
        </p:txBody>
      </p:sp>
      <p:sp>
        <p:nvSpPr>
          <p:cNvPr id="6" name="Footer Placeholder 5">
            <a:extLst>
              <a:ext uri="{E2612772-7A45-4E1C-8518-3E755E5B792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8319BE0-2C68-47D1-8853-229A9606C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B6EEB907-7885-497D-BB8C-BA9027BA839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B272A50-05B7-4A94-8FE6-926BC60B5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24051C9F-37F4-484F-B722-0F1120C75744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746BE77-115B-4A94-96F3-90557452E65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53B4059-FC6D-4528-A8F5-1D7963F1D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6E037C95-8C51-4CAC-902D-EA4420558DD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B05F9B2-6234-4448-8DFB-2CF9A05D0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7" cy="639762"/>
          </a:xfrm>
        </p:spPr>
        <p:txBody>
          <a:bodyPr rtlCol="0" anchor="b"/>
          <a:lstStyle>
            <a:lvl1pPr marL="0" lvl="0" indent="0">
              <a:buNone/>
              <a:defRPr lang="en-US" sz="2400" b="1" dirty="0"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18D77596-D6E5-4644-8532-5176C39EE93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3178DFF-A793-4D3B-A3CF-BF9A2EB6F3CF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57200" y="2174875"/>
            <a:ext cx="4040187" cy="3951288"/>
          </a:xfrm>
        </p:spPr>
        <p:txBody>
          <a:bodyPr rtlCol="0"/>
          <a:lstStyle>
            <a:lvl1pPr lvl="0">
              <a:defRPr lang="en-US" sz="24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  <a:lvl6pPr lvl="5">
              <a:defRPr lang="en-US" sz="1600" dirty="0"/>
            </a:lvl6pPr>
            <a:lvl7pPr lvl="6">
              <a:defRPr lang="en-US" sz="1600" dirty="0"/>
            </a:lvl7pPr>
            <a:lvl8pPr lvl="7">
              <a:defRPr lang="en-US" sz="1600" dirty="0"/>
            </a:lvl8pPr>
            <a:lvl9pPr lvl="8">
              <a:defRPr lang="en-US" sz="16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7DCDBDB-E92A-4A1B-B82D-C99B580441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419628-7C8D-484F-99D8-B0B30489D84E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4645025" y="1535113"/>
            <a:ext cx="4041774" cy="639762"/>
          </a:xfrm>
        </p:spPr>
        <p:txBody>
          <a:bodyPr rtlCol="0" anchor="b"/>
          <a:lstStyle>
            <a:lvl1pPr marL="0" lvl="0" indent="0">
              <a:buNone/>
              <a:defRPr lang="en-US" sz="2400" b="1" dirty="0">
                <a:latin typeface="+mn-lt"/>
              </a:defRPr>
            </a:lvl1pPr>
            <a:lvl2pPr marL="457200" lvl="1" indent="0">
              <a:buNone/>
              <a:defRPr lang="en-US" sz="2000" b="1" dirty="0">
                <a:latin typeface="+mn-lt"/>
              </a:defRPr>
            </a:lvl2pPr>
            <a:lvl3pPr marL="914400" lvl="2" indent="0">
              <a:buNone/>
              <a:defRPr lang="en-US" sz="1800" b="1" dirty="0">
                <a:latin typeface="+mn-lt"/>
              </a:defRPr>
            </a:lvl3pPr>
            <a:lvl4pPr marL="1371600" lvl="3" indent="0">
              <a:buNone/>
              <a:defRPr lang="en-US" sz="1600" b="1" dirty="0">
                <a:latin typeface="+mn-lt"/>
              </a:defRPr>
            </a:lvl4pPr>
            <a:lvl5pPr marL="1828800" lvl="4" indent="0">
              <a:buNone/>
              <a:defRPr lang="en-US" sz="1600" b="1" dirty="0">
                <a:latin typeface="+mn-lt"/>
              </a:defRPr>
            </a:lvl5pPr>
            <a:lvl6pPr marL="2286000" lvl="5" indent="0">
              <a:buNone/>
              <a:defRPr lang="en-US" sz="1600" b="1" dirty="0">
                <a:latin typeface="+mn-lt"/>
              </a:defRPr>
            </a:lvl6pPr>
            <a:lvl7pPr marL="2743200" lvl="6" indent="0">
              <a:buNone/>
              <a:defRPr lang="en-US" sz="1600" b="1" dirty="0">
                <a:latin typeface="+mn-lt"/>
              </a:defRPr>
            </a:lvl7pPr>
            <a:lvl8pPr marL="3200400" lvl="7" indent="0">
              <a:buNone/>
              <a:defRPr lang="en-US" sz="1600" b="1" dirty="0">
                <a:latin typeface="+mn-lt"/>
              </a:defRPr>
            </a:lvl8pPr>
            <a:lvl9pPr marL="3657600" lvl="8" indent="0">
              <a:buNone/>
              <a:defRPr lang="en-US" sz="1600" b="1" dirty="0">
                <a:latin typeface="+mn-lt"/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5CAA9B54-2D6F-485C-AC38-E58BED43BA0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9E5B3D7-86DD-4C7C-8EB9-E4772C1A7B2E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4645025" y="2174875"/>
            <a:ext cx="4041774" cy="3951288"/>
          </a:xfrm>
        </p:spPr>
        <p:txBody>
          <a:bodyPr rtlCol="0"/>
          <a:lstStyle>
            <a:lvl1pPr lvl="0">
              <a:defRPr lang="en-US" sz="2400" dirty="0"/>
            </a:lvl1pPr>
            <a:lvl2pPr lvl="1">
              <a:defRPr lang="en-US" sz="2000" dirty="0"/>
            </a:lvl2pPr>
            <a:lvl3pPr lvl="2">
              <a:defRPr lang="en-US" sz="1800" dirty="0"/>
            </a:lvl3pPr>
            <a:lvl4pPr lvl="3">
              <a:defRPr lang="en-US" sz="1600" dirty="0"/>
            </a:lvl4pPr>
            <a:lvl5pPr lvl="4">
              <a:defRPr lang="en-US" sz="1600" dirty="0"/>
            </a:lvl5pPr>
            <a:lvl6pPr lvl="5">
              <a:defRPr lang="en-US" sz="1600" dirty="0"/>
            </a:lvl6pPr>
            <a:lvl7pPr lvl="6">
              <a:defRPr lang="en-US" sz="1600" dirty="0"/>
            </a:lvl7pPr>
            <a:lvl8pPr lvl="7">
              <a:defRPr lang="en-US" sz="1600" dirty="0"/>
            </a:lvl8pPr>
            <a:lvl9pPr lvl="8">
              <a:defRPr lang="en-US" sz="16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75292DE4-305B-43BB-A10F-B843C6A6182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339CB36-E4CE-4633-9238-F06FEDA85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1C61BDA-6216-4F02-9E4B-7B78E2588205}" type="datetime5">
              <a:t>26-Feb-26</a:t>
            </a:fld>
            <a:endParaRPr lang="en-US" dirty="0"/>
          </a:p>
        </p:txBody>
      </p:sp>
      <p:sp>
        <p:nvSpPr>
          <p:cNvPr id="8" name="Footer Placeholder 7">
            <a:extLst>
              <a:ext uri="{1F88B9DF-0789-404A-9AA2-D8E2B8EF25A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752FD4-D719-4507-BA96-4F158A9B6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9" name="Slide Number Placeholder 5">
            <a:extLst>
              <a:ext uri="{5F5BA2B8-A6C5-4D22-9FBA-C3A45CDDF9F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EB22B19-7E08-40B4-871B-0549C3922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C207D918-5253-43EA-B447-48740704F070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60A309E7-14EE-4EEA-BA37-F34CB7EE9B5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FC8DCF4-A488-46CE-99BE-F670FA338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6DAA1DDF-C8EC-46EF-A974-5903A162436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957C7D4-43DB-40EB-9902-D19DDBE33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4081032E-9A46-4469-B54E-99CD789ECD1F}" type="datetime5">
              <a:t>26-Feb-26</a:t>
            </a:fld>
            <a:endParaRPr lang="en-US" dirty="0"/>
          </a:p>
        </p:txBody>
      </p:sp>
      <p:sp>
        <p:nvSpPr>
          <p:cNvPr id="4" name="Footer Placeholder 3">
            <a:extLst>
              <a:ext uri="{795A6BFE-E623-4618-810D-533C0F33C9C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A518D64-7319-482E-AA4F-40AC6632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5" name="Slide Number Placeholder 5">
            <a:extLst>
              <a:ext uri="{021F2754-0D20-4944-A9F5-99500E025AC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32C357-15C2-4145-BDFC-C4BCCC2F8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29F339A0-8C84-46F6-9A48-7AFAADF26F9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32C9E8B2-33C9-46A2-9E6F-5B46630FA13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10352BA-4BFE-4EED-AF2F-AB6EE9F5A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7F8A5979-CEAC-4D66-8807-10F932D795CF}" type="datetime5">
              <a:t>26-Feb-26</a:t>
            </a:fld>
            <a:endParaRPr lang="en-US" dirty="0"/>
          </a:p>
        </p:txBody>
      </p:sp>
      <p:sp>
        <p:nvSpPr>
          <p:cNvPr id="3" name="Footer Placeholder 2">
            <a:extLst>
              <a:ext uri="{B5FBD641-F10F-4515-8BF8-72B57712125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479BF63-6AE1-4924-BD42-C0DD3B5C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47E6DA45-664C-4B2D-B42F-AE1368989DB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B1EBDF-0216-4315-97AA-8FC8CC3F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90CA7DDA-7858-497E-A446-93154245EC32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21FF8787-2F70-416C-A4F3-E8F0F1AF688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6EFDDC7-73B1-4482-B4B5-270BBE146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rtlCol="0" anchor="b"/>
          <a:lstStyle>
            <a:lvl1pPr lvl="0" algn="l">
              <a:defRPr lang="en-US" sz="2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93552D90-BADE-414B-807E-8941DFD930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667E193-5A32-4297-AB04-0A1726E5E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273050"/>
            <a:ext cx="5111749" cy="5853112"/>
          </a:xfrm>
        </p:spPr>
        <p:txBody>
          <a:bodyPr rtlCol="0"/>
          <a:lstStyle>
            <a:lvl1pPr lvl="0">
              <a:defRPr lang="en-US" sz="3200" dirty="0"/>
            </a:lvl1pPr>
            <a:lvl2pPr lvl="1">
              <a:defRPr lang="en-US" sz="2800" dirty="0"/>
            </a:lvl2pPr>
            <a:lvl3pPr lvl="2">
              <a:defRPr lang="en-US" sz="2400" dirty="0"/>
            </a:lvl3pPr>
            <a:lvl4pPr lvl="3">
              <a:defRPr lang="en-US" sz="2000" dirty="0"/>
            </a:lvl4pPr>
            <a:lvl5pPr lvl="4">
              <a:defRPr lang="en-US" sz="2000" dirty="0"/>
            </a:lvl5pPr>
            <a:lvl6pPr lvl="5">
              <a:defRPr lang="en-US" sz="2000" dirty="0"/>
            </a:lvl6pPr>
            <a:lvl7pPr lvl="6">
              <a:defRPr lang="en-US" sz="2000" dirty="0"/>
            </a:lvl7pPr>
            <a:lvl8pPr lvl="7">
              <a:defRPr lang="en-US" sz="2000" dirty="0"/>
            </a:lvl8pPr>
            <a:lvl9pPr lvl="8">
              <a:defRPr lang="en-US" sz="2000" dirty="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295A275-BFC7-4F7F-BABD-69A1DFC1CD0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3427DBB-9E5E-4697-A07B-6FC6B110480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57200" y="1435099"/>
            <a:ext cx="3008313" cy="4691063"/>
          </a:xfrm>
        </p:spPr>
        <p:txBody>
          <a:bodyPr rtlCol="0"/>
          <a:lstStyle>
            <a:lvl1pPr marL="0" lvl="0" indent="0">
              <a:buNone/>
              <a:defRPr lang="en-US" sz="1400" dirty="0"/>
            </a:lvl1pPr>
            <a:lvl2pPr marL="457200" lvl="1" indent="0">
              <a:buNone/>
              <a:defRPr lang="en-US" sz="1200" dirty="0"/>
            </a:lvl2pPr>
            <a:lvl3pPr marL="914400" lvl="2" indent="0">
              <a:buNone/>
              <a:defRPr lang="en-US" sz="1000" dirty="0"/>
            </a:lvl3pPr>
            <a:lvl4pPr marL="1371600" lvl="3" indent="0">
              <a:buNone/>
              <a:defRPr lang="en-US" sz="900" dirty="0"/>
            </a:lvl4pPr>
            <a:lvl5pPr marL="1828800" lvl="4" indent="0">
              <a:buNone/>
              <a:defRPr lang="en-US" sz="900" dirty="0"/>
            </a:lvl5pPr>
            <a:lvl6pPr marL="2286000" lvl="5" indent="0">
              <a:buNone/>
              <a:defRPr lang="en-US" sz="900" dirty="0"/>
            </a:lvl6pPr>
            <a:lvl7pPr marL="2743200" lvl="6" indent="0">
              <a:buNone/>
              <a:defRPr lang="en-US" sz="900" dirty="0"/>
            </a:lvl7pPr>
            <a:lvl8pPr marL="3200400" lvl="7" indent="0">
              <a:buNone/>
              <a:defRPr lang="en-US" sz="900" dirty="0"/>
            </a:lvl8pPr>
            <a:lvl9pPr marL="3657600" lvl="8" indent="0">
              <a:buNone/>
              <a:defRPr lang="en-US" sz="900" dirty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0360C67E-5752-4BFD-A1C8-2F10AE407FF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71B78EE-BB23-4CC0-9467-2B34722CB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8F3CCB7-5C53-46DA-8237-80FA7147512C}" type="datetime5">
              <a:t>26-Feb-26</a:t>
            </a:fld>
            <a:endParaRPr lang="en-US" dirty="0"/>
          </a:p>
        </p:txBody>
      </p:sp>
      <p:sp>
        <p:nvSpPr>
          <p:cNvPr id="6" name="Footer Placeholder 5">
            <a:extLst>
              <a:ext uri="{66725FD4-364E-40D0-930A-894439348D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C5880D6-EE57-451C-880C-510D8EC01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8DEE3204-D1F2-4AFC-9AAE-B7FCA044383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2CEF343-9BD9-491E-9A88-9E25DF37C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1738344B-89A7-4781-BE0D-E8E9C5AC22B3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D2F376B9-A8C9-4D8E-B8D1-627ADB53DCC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CF7003D0-7E21-43CD-B898-CE4066711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rtlCol="0" anchor="b"/>
          <a:lstStyle>
            <a:lvl1pPr lvl="0" algn="l">
              <a:defRPr lang="en-US" sz="2000" b="1" dirty="0"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D3DE5997-E343-4EC7-8BE3-AE5DE5BD50ED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2A13F6F-5CE1-46AB-A883-E5F8A76F95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/>
          <a:lstStyle>
            <a:lvl1pPr marL="0" lvl="0" indent="0">
              <a:buNone/>
              <a:defRPr lang="en-US" sz="3200" dirty="0"/>
            </a:lvl1pPr>
            <a:lvl2pPr marL="457200" lvl="1" indent="0">
              <a:buNone/>
              <a:defRPr lang="en-US" sz="2800" dirty="0"/>
            </a:lvl2pPr>
            <a:lvl3pPr marL="914400" lvl="2" indent="0">
              <a:buNone/>
              <a:defRPr lang="en-US" sz="2400" dirty="0"/>
            </a:lvl3pPr>
            <a:lvl4pPr marL="1371600" lvl="3" indent="0">
              <a:buNone/>
              <a:defRPr lang="en-US" sz="2000" dirty="0"/>
            </a:lvl4pPr>
            <a:lvl5pPr marL="1828800" lvl="4" indent="0">
              <a:buNone/>
              <a:defRPr lang="en-US" sz="2000" dirty="0"/>
            </a:lvl5pPr>
            <a:lvl6pPr marL="2286000" lvl="5" indent="0">
              <a:buNone/>
              <a:defRPr lang="en-US" sz="2000" dirty="0"/>
            </a:lvl6pPr>
            <a:lvl7pPr marL="2743200" lvl="6" indent="0">
              <a:buNone/>
              <a:defRPr lang="en-US" sz="2000" dirty="0"/>
            </a:lvl7pPr>
            <a:lvl8pPr marL="3200400" lvl="7" indent="0">
              <a:buNone/>
              <a:defRPr lang="en-US" sz="2000" dirty="0"/>
            </a:lvl8pPr>
            <a:lvl9pPr marL="3657600" lvl="8" indent="0">
              <a:buNone/>
              <a:defRPr lang="en-US" sz="2000" dirty="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6E3CD175-1842-4402-942D-CADD90B1D9B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E7F2117-F2E2-4187-BB72-E67BFDEE4836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1792288" y="5367337"/>
            <a:ext cx="5486400" cy="804862"/>
          </a:xfrm>
        </p:spPr>
        <p:txBody>
          <a:bodyPr rtlCol="0"/>
          <a:lstStyle>
            <a:lvl1pPr marL="0" lvl="0" indent="0">
              <a:buNone/>
              <a:defRPr lang="en-US" sz="1400" dirty="0"/>
            </a:lvl1pPr>
            <a:lvl2pPr marL="457200" lvl="1" indent="0">
              <a:buNone/>
              <a:defRPr lang="en-US" sz="1200" dirty="0"/>
            </a:lvl2pPr>
            <a:lvl3pPr marL="914400" lvl="2" indent="0">
              <a:buNone/>
              <a:defRPr lang="en-US" sz="1000" dirty="0"/>
            </a:lvl3pPr>
            <a:lvl4pPr marL="1371600" lvl="3" indent="0">
              <a:buNone/>
              <a:defRPr lang="en-US" sz="900" dirty="0"/>
            </a:lvl4pPr>
            <a:lvl5pPr marL="1828800" lvl="4" indent="0">
              <a:buNone/>
              <a:defRPr lang="en-US" sz="900" dirty="0"/>
            </a:lvl5pPr>
            <a:lvl6pPr marL="2286000" lvl="5" indent="0">
              <a:buNone/>
              <a:defRPr lang="en-US" sz="900" dirty="0"/>
            </a:lvl6pPr>
            <a:lvl7pPr marL="2743200" lvl="6" indent="0">
              <a:buNone/>
              <a:defRPr lang="en-US" sz="900" dirty="0"/>
            </a:lvl7pPr>
            <a:lvl8pPr marL="3200400" lvl="7" indent="0">
              <a:buNone/>
              <a:defRPr lang="en-US" sz="900" dirty="0"/>
            </a:lvl8pPr>
            <a:lvl9pPr marL="3657600" lvl="8" indent="0">
              <a:buNone/>
              <a:defRPr lang="en-US" sz="900" dirty="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9A6E0547-1BC3-4869-B8BC-EF6A83C3DEB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A2D25F0-F796-45F5-9231-DBEEF998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86F797F3-C0F3-40EC-8BAC-6D4E11B9A886}" type="datetime5">
              <a:t>26-Feb-26</a:t>
            </a:fld>
            <a:endParaRPr lang="en-US" dirty="0"/>
          </a:p>
        </p:txBody>
      </p:sp>
      <p:sp>
        <p:nvSpPr>
          <p:cNvPr id="6" name="Footer Placeholder 5">
            <a:extLst>
              <a:ext uri="{A79FDEE8-D503-47AA-AA41-D412F35191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6B06D63-AB38-4154-9D6F-94D69F574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990A7B90-D660-43C0-ACBB-0B81E7FC62F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994E24D-16DB-447F-A378-54E01953E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0DF0F204-9183-4EBB-838C-F8102FEE41FE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AB5B8C97-CCC4-4D4A-AE9C-627B3D793F96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5A540A6-6D8D-409D-A885-3ACE52D26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D9A59DF9-2886-46A9-B337-26624BD3310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AD0CE515-695F-4B87-AB7B-80B7B9D16F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CB12409C-81FB-40BB-8BEC-9E08954A65E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E3D4D79-A775-4F49-A65C-FAC1B4F23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95324BCE-62CC-41BF-8753-9F4B29ABD99B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EF28914C-747F-4DC1-B529-F6B28A6A70A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56D5C4DE-507A-4D45-90CA-0B3C43C8AA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1A4B2BAD-5668-4673-94F6-0D2496A673C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DC7EF1A-C78E-439D-9621-BE3495A97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3BF65FE6-D720-44A9-B266-F8B491E35DFA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5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2D45B5B6-C317-4240-8379-6DC22BBC0EA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8BFE66D3-FB13-4E30-B970-3B4EB85FE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9400" y="274638"/>
            <a:ext cx="2057400" cy="5851524"/>
          </a:xfrm>
        </p:spPr>
        <p:txBody>
          <a:bodyPr rtlCol="0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B73F9912-2046-42CB-BC77-3A40FFBD33E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53B8F5F-AB06-43EE-8FA1-80029556C0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74638"/>
            <a:ext cx="6019800" cy="5851524"/>
          </a:xfrm>
        </p:spPr>
        <p:txBody>
          <a:bodyPr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0D440E5-6A52-4D89-BD2F-75F8268FA51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7BA1DF2-7372-4871-9A47-77365451F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1EA2AC99-3397-4348-B9E1-7920E28E9EB7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46EA4D09-7E99-4146-BD29-B611D903946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4DF8485-E84F-4D8C-B732-578A1F842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8800" y="6356350"/>
            <a:ext cx="2895600" cy="365125"/>
          </a:xfrm>
          <a:prstGeom prst="rect">
            <a:avLst/>
          </a:prstGeom>
        </p:spPr>
        <p:txBody>
          <a:bodyPr rtlCol="0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028E0412-F496-48DE-8321-BE01D267B9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7E0CD71-8F36-4D40-B985-EE2A78DE5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lvl="0"/>
          </a:lstStyle>
          <a:p>
            <a:r>
              <a:rPr lang="en-US" dirty="0"/>
              <a:t>&lt;#&gt;</a:t>
            </a:r>
          </a:p>
        </p:txBody>
      </p:sp>
    </p:spTree>
    <p:extLst>
      <p:ext uri="{4EF710FE-1601-42B5-B0E0-2E31AC637EAC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2">
    <p:bg>
      <p:bgPr>
        <a:blipFill dpi="0" rotWithShape="1">
          <a:blip r:embed="rId14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8">
            <a:extLst>
              <a:ext uri="{DBE05FE1-32F1-4302-B971-C00EDA76DAF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A705320-6EC2-4FB9-93D3-3ACD501A2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04850"/>
            <a:ext cx="8229600" cy="11430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45720" rIns="0" bIns="0" numCol="1" rtlCol="0" anchor="b"/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9">
            <a:extLst>
              <a:ext uri="{6C3EC534-3A9D-482E-85FA-51782B90ED43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0B9BEB8-BD37-4632-BA24-E8E906D3B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35163"/>
            <a:ext cx="8229600" cy="438943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rtlCol="0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9">
            <a:extLst>
              <a:ext uri="{3936D685-B9C4-4EC1-A6A2-6A772B14036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8540917-3744-49EF-BF31-8BFA553803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lvl="0" algn="l">
              <a:spcBef>
                <a:spcPts val="0"/>
              </a:spcBef>
              <a:spcAft>
                <a:spcPts val="0"/>
              </a:spcAft>
              <a:defRPr lang="en-US" sz="1000" dirty="0">
                <a:solidFill>
                  <a:schemeClr val="tx1"/>
                </a:solidFill>
                <a:latin typeface="+mn-lt"/>
              </a:defRPr>
            </a:lvl1pPr>
          </a:lstStyle>
          <a:p>
            <a:fld id="{8AF49BD9-078F-43B1-92F0-01A0D2D304D6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36759076-ECCC-429F-A201-9CB613BA74F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7F6A266-9710-4121-A3BA-95A76376D3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6248400"/>
            <a:ext cx="51816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E5476C66-2071-4329-8622-095E67ABB382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2A3BF50-801E-4075-B86C-3B60A1AAD0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4" y="6260044"/>
            <a:ext cx="613017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60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lvl="0" algn="l" rtl="0">
        <a:spcBef>
          <a:spcPct val="0"/>
        </a:spcBef>
        <a:spcAft>
          <a:spcPct val="0"/>
        </a:spcAft>
        <a:defRPr lang="en-US" sz="3200" dirty="0">
          <a:solidFill>
            <a:schemeClr val="accent1"/>
          </a:solidFill>
          <a:latin typeface="+mj-lt"/>
        </a:defRPr>
      </a:lvl1pPr>
      <a:lvl2pPr lvl="1" algn="l" rtl="0">
        <a:spcBef>
          <a:spcPct val="0"/>
        </a:spcBef>
        <a:spcAft>
          <a:spcPct val="0"/>
        </a:spcAft>
        <a:defRPr lang="en-US" sz="3200" dirty="0">
          <a:solidFill>
            <a:schemeClr val="accent1"/>
          </a:solidFill>
          <a:latin typeface="Arial"/>
        </a:defRPr>
      </a:lvl2pPr>
      <a:lvl3pPr lvl="2" algn="l" rtl="0">
        <a:spcBef>
          <a:spcPct val="0"/>
        </a:spcBef>
        <a:spcAft>
          <a:spcPct val="0"/>
        </a:spcAft>
        <a:defRPr lang="en-US" sz="3200" dirty="0">
          <a:solidFill>
            <a:schemeClr val="accent1"/>
          </a:solidFill>
          <a:latin typeface="Arial"/>
        </a:defRPr>
      </a:lvl3pPr>
      <a:lvl4pPr lvl="3" algn="l" rtl="0">
        <a:spcBef>
          <a:spcPct val="0"/>
        </a:spcBef>
        <a:spcAft>
          <a:spcPct val="0"/>
        </a:spcAft>
        <a:defRPr lang="en-US" sz="3200" dirty="0">
          <a:solidFill>
            <a:schemeClr val="accent1"/>
          </a:solidFill>
          <a:latin typeface="Arial"/>
        </a:defRPr>
      </a:lvl4pPr>
      <a:lvl5pPr lvl="4" algn="l" rtl="0">
        <a:spcBef>
          <a:spcPct val="0"/>
        </a:spcBef>
        <a:spcAft>
          <a:spcPct val="0"/>
        </a:spcAft>
        <a:defRPr lang="en-US" sz="3200" dirty="0">
          <a:solidFill>
            <a:schemeClr val="accent1"/>
          </a:solidFill>
          <a:latin typeface="Arial"/>
        </a:defRPr>
      </a:lvl5pPr>
      <a:lvl6pPr marL="457200" lvl="5" algn="l" rtl="0">
        <a:spcBef>
          <a:spcPct val="0"/>
        </a:spcBef>
        <a:spcAft>
          <a:spcPct val="0"/>
        </a:spcAft>
        <a:defRPr lang="en-US" sz="5000" dirty="0">
          <a:solidFill>
            <a:schemeClr val="tx2"/>
          </a:solidFill>
          <a:latin typeface="Calibri"/>
        </a:defRPr>
      </a:lvl6pPr>
      <a:lvl7pPr marL="914400" lvl="6" algn="l" rtl="0">
        <a:spcBef>
          <a:spcPct val="0"/>
        </a:spcBef>
        <a:spcAft>
          <a:spcPct val="0"/>
        </a:spcAft>
        <a:defRPr lang="en-US" sz="5000" dirty="0">
          <a:solidFill>
            <a:schemeClr val="tx2"/>
          </a:solidFill>
          <a:latin typeface="Calibri"/>
        </a:defRPr>
      </a:lvl7pPr>
      <a:lvl8pPr marL="1371600" lvl="7" algn="l" rtl="0">
        <a:spcBef>
          <a:spcPct val="0"/>
        </a:spcBef>
        <a:spcAft>
          <a:spcPct val="0"/>
        </a:spcAft>
        <a:defRPr lang="en-US" sz="5000" dirty="0">
          <a:solidFill>
            <a:schemeClr val="tx2"/>
          </a:solidFill>
          <a:latin typeface="Calibri"/>
        </a:defRPr>
      </a:lvl8pPr>
      <a:lvl9pPr marL="1828800" lvl="8" algn="l" rtl="0">
        <a:spcBef>
          <a:spcPct val="0"/>
        </a:spcBef>
        <a:spcAft>
          <a:spcPct val="0"/>
        </a:spcAft>
        <a:defRPr lang="en-US" sz="5000" dirty="0">
          <a:solidFill>
            <a:schemeClr val="tx2"/>
          </a:solidFill>
          <a:latin typeface="Calibri"/>
        </a:defRPr>
      </a:lvl9pPr>
    </p:titleStyle>
    <p:bodyStyle>
      <a:lvl1pPr marL="273050" lvl="0" indent="-273050" algn="l" rtl="0">
        <a:spcBef>
          <a:spcPct val="20000"/>
        </a:spcBef>
        <a:spcAft>
          <a:spcPct val="0"/>
        </a:spcAft>
        <a:buChar char=""/>
        <a:defRPr lang="en-US" sz="2000" dirty="0">
          <a:solidFill>
            <a:schemeClr val="tx1"/>
          </a:solidFill>
          <a:latin typeface="+mn-lt"/>
        </a:defRPr>
      </a:lvl1pPr>
      <a:lvl2pPr marL="639763" lvl="1" indent="-246063" algn="l" rtl="0">
        <a:spcBef>
          <a:spcPct val="20000"/>
        </a:spcBef>
        <a:spcAft>
          <a:spcPct val="0"/>
        </a:spcAft>
        <a:buChar char=""/>
        <a:defRPr lang="en-US" sz="2000" dirty="0">
          <a:solidFill>
            <a:schemeClr val="tx1"/>
          </a:solidFill>
          <a:latin typeface="+mn-lt"/>
        </a:defRPr>
      </a:lvl2pPr>
      <a:lvl3pPr marL="914400" lvl="2" indent="-246063" algn="l" rtl="0">
        <a:spcBef>
          <a:spcPct val="20000"/>
        </a:spcBef>
        <a:spcAft>
          <a:spcPct val="0"/>
        </a:spcAft>
        <a:buChar char=""/>
        <a:defRPr lang="en-US" sz="2000" dirty="0">
          <a:solidFill>
            <a:schemeClr val="tx1"/>
          </a:solidFill>
          <a:latin typeface="+mn-lt"/>
        </a:defRPr>
      </a:lvl3pPr>
      <a:lvl4pPr marL="1187450" lvl="3" indent="-209550" algn="l" rtl="0">
        <a:spcBef>
          <a:spcPct val="20000"/>
        </a:spcBef>
        <a:spcAft>
          <a:spcPct val="0"/>
        </a:spcAft>
        <a:buChar char=""/>
        <a:defRPr lang="en-US" sz="2000" dirty="0">
          <a:solidFill>
            <a:schemeClr val="tx1"/>
          </a:solidFill>
          <a:latin typeface="+mn-lt"/>
        </a:defRPr>
      </a:lvl4pPr>
      <a:lvl5pPr marL="1462088" lvl="4" indent="-209550" algn="l" rtl="0">
        <a:spcBef>
          <a:spcPct val="20000"/>
        </a:spcBef>
        <a:spcAft>
          <a:spcPct val="0"/>
        </a:spcAft>
        <a:buChar char=""/>
        <a:defRPr lang="en-US" sz="2000" dirty="0">
          <a:solidFill>
            <a:schemeClr val="tx1"/>
          </a:solidFill>
          <a:latin typeface="+mn-lt"/>
        </a:defRPr>
      </a:lvl5pPr>
      <a:lvl6pPr marL="1737360" lvl="5" indent="-210312" algn="l" rtl="0">
        <a:spcBef>
          <a:spcPct val="20000"/>
        </a:spcBef>
        <a:buChar char=""/>
        <a:defRPr lang="en-US" sz="1800" dirty="0">
          <a:solidFill>
            <a:schemeClr val="tx1"/>
          </a:solidFill>
          <a:latin typeface="+mn-lt"/>
        </a:defRPr>
      </a:lvl6pPr>
      <a:lvl7pPr marL="1920239" lvl="6" indent="-182880" algn="l" rtl="0">
        <a:spcBef>
          <a:spcPct val="20000"/>
        </a:spcBef>
        <a:buChar char=""/>
        <a:defRPr lang="en-US" sz="1600" baseline="0" dirty="0">
          <a:solidFill>
            <a:schemeClr val="tx1"/>
          </a:solidFill>
          <a:latin typeface="+mn-lt"/>
        </a:defRPr>
      </a:lvl7pPr>
      <a:lvl8pPr marL="2194560" lvl="7" indent="-182880" algn="l" rtl="0">
        <a:spcBef>
          <a:spcPct val="20000"/>
        </a:spcBef>
        <a:buChar char="•"/>
        <a:defRPr lang="en-US" sz="1600" dirty="0">
          <a:solidFill>
            <a:schemeClr val="tx1"/>
          </a:solidFill>
          <a:latin typeface="+mn-lt"/>
        </a:defRPr>
      </a:lvl8pPr>
      <a:lvl9pPr marL="2468880" lvl="8" indent="-182880" algn="l" rtl="0">
        <a:spcBef>
          <a:spcPct val="20000"/>
        </a:spcBef>
        <a:buChar char="•"/>
        <a:defRPr lang="en-US" sz="1400" baseline="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E308471B-6B01-447A-BEA7-073D4868D02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21A9883-E136-42C0-8030-1D8E54F0D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61843588-009A-4F88-8FE5-35BC8A6117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A32DDD3-1D51-4EED-82D2-B518946AE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4E76182-E916-4650-A5F7-1D9E8CE9ED5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170AC9F-5191-45E7-B53F-0A5B5ABE80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0FB648-C8AA-4141-A265-B687A1BFE001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4709C83B-8C99-4932-9ECF-A942949D0F2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708FA60-AADE-435C-B4D5-8D724B3E2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6248400"/>
            <a:ext cx="51816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28CDCA58-0F38-4391-8119-62C9D552C557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99C3187F-CE03-463D-BBC6-C0B92BF54F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4" y="6260044"/>
            <a:ext cx="613017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60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/>
  <p:txStyles>
    <p:titleStyle>
      <a:lvl1pPr lvl="0" algn="ctr" rtl="0"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ct val="20000"/>
        </a:spcBef>
        <a:buChar char="•"/>
        <a:defRPr lang="en-US" sz="320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ct val="20000"/>
        </a:spcBef>
        <a:buChar char="–"/>
        <a:defRPr lang="en-US" sz="2800" dirty="0">
          <a:solidFill>
            <a:schemeClr val="tx1"/>
          </a:solidFill>
          <a:latin typeface="+mn-lt"/>
        </a:defRPr>
      </a:lvl2pPr>
      <a:lvl3pPr marL="1143000" lvl="2" indent="-228600" algn="l" rtl="0">
        <a:spcBef>
          <a:spcPct val="20000"/>
        </a:spcBef>
        <a:buChar char="•"/>
        <a:defRPr lang="en-US" sz="2400" dirty="0">
          <a:solidFill>
            <a:schemeClr val="tx1"/>
          </a:solidFill>
          <a:latin typeface="+mn-lt"/>
        </a:defRPr>
      </a:lvl3pPr>
      <a:lvl4pPr marL="1600200" lvl="3" indent="-228600" algn="l" rtl="0">
        <a:spcBef>
          <a:spcPct val="20000"/>
        </a:spcBef>
        <a:buChar char="–"/>
        <a:defRPr lang="en-US" sz="2000" dirty="0">
          <a:solidFill>
            <a:schemeClr val="tx1"/>
          </a:solidFill>
          <a:latin typeface="+mn-lt"/>
        </a:defRPr>
      </a:lvl4pPr>
      <a:lvl5pPr marL="2057400" lvl="4" indent="-228600" algn="l" rtl="0">
        <a:spcBef>
          <a:spcPct val="20000"/>
        </a:spcBef>
        <a:buChar char="»"/>
        <a:defRPr lang="en-US" sz="2000" dirty="0">
          <a:solidFill>
            <a:schemeClr val="tx1"/>
          </a:solidFill>
          <a:latin typeface="+mn-lt"/>
        </a:defRPr>
      </a:lvl5pPr>
      <a:lvl6pPr marL="2514600" lvl="5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6pPr>
      <a:lvl7pPr marL="2971800" lvl="6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7pPr>
      <a:lvl8pPr marL="3429000" lvl="7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8pPr>
      <a:lvl9pPr marL="3886200" lvl="8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lideMaster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476DEF4C-AC7B-440A-8AB9-627DF5A4E01E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2F2E1278-D405-4FFA-9BD7-871884263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0E971D39-6D70-4BFD-A427-2706114CB7B9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EE12AFAF-48AE-4D3A-AE66-FA0764E59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286FB32C-482A-4C72-B84C-D45EF18495B1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DF27041-EE01-4E13-867F-5107EBBCC7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l">
              <a:defRPr lang="en-US" sz="1200" dirty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BA7386-B1F9-46F3-B027-D0376C9416D4}" type="datetime5">
              <a:t>26-Feb-26</a:t>
            </a:fld>
            <a:endParaRPr lang="en-US" dirty="0"/>
          </a:p>
        </p:txBody>
      </p:sp>
      <p:sp>
        <p:nvSpPr>
          <p:cNvPr id="5" name="Footer Placeholder 4">
            <a:extLst>
              <a:ext uri="{65A29A58-2FF4-46DE-9210-A4BF7CCAF748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3F9D605-8891-4803-8689-A1687FD681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495550" y="6248400"/>
            <a:ext cx="5181600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ctr">
              <a:defRPr lang="en-US" sz="60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Footer</a:t>
            </a:r>
          </a:p>
        </p:txBody>
      </p:sp>
      <p:sp>
        <p:nvSpPr>
          <p:cNvPr id="6" name="Slide Number Placeholder 5">
            <a:extLst>
              <a:ext uri="{EB401C1F-4FE8-41E1-AA4A-33AA55C39B9C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74988E8A-6B34-45F5-8A7F-EDEC99523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767814" y="6260044"/>
            <a:ext cx="613017" cy="381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lvl="0" algn="r">
              <a:defRPr lang="en-US" sz="600" i="0" dirty="0">
                <a:solidFill>
                  <a:schemeClr val="bg1">
                    <a:lumMod val="50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&lt;#&gt;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</p:sldLayoutIdLst>
  <p:hf hdr="0" ftr="0"/>
  <p:txStyles>
    <p:titleStyle>
      <a:lvl1pPr lvl="0" algn="ctr" rtl="0">
        <a:spcBef>
          <a:spcPct val="0"/>
        </a:spcBef>
        <a:buNone/>
        <a:defRPr lang="en-US" sz="4400" dirty="0">
          <a:solidFill>
            <a:schemeClr val="tx1"/>
          </a:solidFill>
          <a:latin typeface="+mj-lt"/>
        </a:defRPr>
      </a:lvl1pPr>
    </p:titleStyle>
    <p:bodyStyle>
      <a:lvl1pPr marL="342900" lvl="0" indent="-342900" algn="l" rtl="0">
        <a:spcBef>
          <a:spcPct val="20000"/>
        </a:spcBef>
        <a:buChar char="•"/>
        <a:defRPr lang="en-US" sz="3200" dirty="0">
          <a:solidFill>
            <a:schemeClr val="tx1"/>
          </a:solidFill>
          <a:latin typeface="+mn-lt"/>
        </a:defRPr>
      </a:lvl1pPr>
      <a:lvl2pPr marL="742950" lvl="1" indent="-285750" algn="l" rtl="0">
        <a:spcBef>
          <a:spcPct val="20000"/>
        </a:spcBef>
        <a:buChar char="–"/>
        <a:defRPr lang="en-US" sz="2800" dirty="0">
          <a:solidFill>
            <a:schemeClr val="tx1"/>
          </a:solidFill>
          <a:latin typeface="+mn-lt"/>
        </a:defRPr>
      </a:lvl2pPr>
      <a:lvl3pPr marL="1143000" lvl="2" indent="-228600" algn="l" rtl="0">
        <a:spcBef>
          <a:spcPct val="20000"/>
        </a:spcBef>
        <a:buChar char="•"/>
        <a:defRPr lang="en-US" sz="2400" dirty="0">
          <a:solidFill>
            <a:schemeClr val="tx1"/>
          </a:solidFill>
          <a:latin typeface="+mn-lt"/>
        </a:defRPr>
      </a:lvl3pPr>
      <a:lvl4pPr marL="1600200" lvl="3" indent="-228600" algn="l" rtl="0">
        <a:spcBef>
          <a:spcPct val="20000"/>
        </a:spcBef>
        <a:buChar char="–"/>
        <a:defRPr lang="en-US" sz="2000" dirty="0">
          <a:solidFill>
            <a:schemeClr val="tx1"/>
          </a:solidFill>
          <a:latin typeface="+mn-lt"/>
        </a:defRPr>
      </a:lvl4pPr>
      <a:lvl5pPr marL="2057400" lvl="4" indent="-228600" algn="l" rtl="0">
        <a:spcBef>
          <a:spcPct val="20000"/>
        </a:spcBef>
        <a:buChar char="»"/>
        <a:defRPr lang="en-US" sz="2000" dirty="0">
          <a:solidFill>
            <a:schemeClr val="tx1"/>
          </a:solidFill>
          <a:latin typeface="+mn-lt"/>
        </a:defRPr>
      </a:lvl5pPr>
      <a:lvl6pPr marL="2514600" lvl="5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6pPr>
      <a:lvl7pPr marL="2971800" lvl="6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7pPr>
      <a:lvl8pPr marL="3429000" lvl="7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8pPr>
      <a:lvl9pPr marL="3886200" lvl="8" indent="-228600" algn="l" rtl="0">
        <a:spcBef>
          <a:spcPct val="20000"/>
        </a:spcBef>
        <a:buChar char="•"/>
        <a:defRPr lang="en-US" sz="2000" dirty="0">
          <a:solidFill>
            <a:schemeClr val="tx1"/>
          </a:solidFill>
          <a:latin typeface="+mn-lt"/>
        </a:defRPr>
      </a:lvl9pPr>
    </p:bodyStyle>
    <p:otherStyle>
      <a:lvl1pPr marL="0" lvl="0" algn="l" rtl="0">
        <a:defRPr lang="en-US" sz="1800" dirty="0">
          <a:solidFill>
            <a:schemeClr val="tx1"/>
          </a:solidFill>
          <a:latin typeface="+mn-lt"/>
        </a:defRPr>
      </a:lvl1pPr>
      <a:lvl2pPr marL="457200" lvl="1" algn="l" rtl="0">
        <a:defRPr lang="en-US" sz="1800" dirty="0">
          <a:solidFill>
            <a:schemeClr val="tx1"/>
          </a:solidFill>
          <a:latin typeface="+mn-lt"/>
        </a:defRPr>
      </a:lvl2pPr>
      <a:lvl3pPr marL="914400" lvl="2" algn="l" rtl="0">
        <a:defRPr lang="en-US" sz="1800" dirty="0">
          <a:solidFill>
            <a:schemeClr val="tx1"/>
          </a:solidFill>
          <a:latin typeface="+mn-lt"/>
        </a:defRPr>
      </a:lvl3pPr>
      <a:lvl4pPr marL="1371600" lvl="3" algn="l" rtl="0">
        <a:defRPr lang="en-US" sz="1800" dirty="0">
          <a:solidFill>
            <a:schemeClr val="tx1"/>
          </a:solidFill>
          <a:latin typeface="+mn-lt"/>
        </a:defRPr>
      </a:lvl4pPr>
      <a:lvl5pPr marL="1828800" lvl="4" algn="l" rtl="0">
        <a:defRPr lang="en-US" sz="1800" dirty="0">
          <a:solidFill>
            <a:schemeClr val="tx1"/>
          </a:solidFill>
          <a:latin typeface="+mn-lt"/>
        </a:defRPr>
      </a:lvl5pPr>
      <a:lvl6pPr marL="2286000" lvl="5" algn="l" rtl="0">
        <a:defRPr lang="en-US" sz="1800" dirty="0">
          <a:solidFill>
            <a:schemeClr val="tx1"/>
          </a:solidFill>
          <a:latin typeface="+mn-lt"/>
        </a:defRPr>
      </a:lvl6pPr>
      <a:lvl7pPr marL="2743200" lvl="6" algn="l" rtl="0">
        <a:defRPr lang="en-US" sz="1800" dirty="0">
          <a:solidFill>
            <a:schemeClr val="tx1"/>
          </a:solidFill>
          <a:latin typeface="+mn-lt"/>
        </a:defRPr>
      </a:lvl7pPr>
      <a:lvl8pPr marL="3200400" lvl="7" algn="l" rtl="0">
        <a:defRPr lang="en-US" sz="1800" dirty="0">
          <a:solidFill>
            <a:schemeClr val="tx1"/>
          </a:solidFill>
          <a:latin typeface="+mn-lt"/>
        </a:defRPr>
      </a:lvl8pPr>
      <a:lvl9pPr marL="3657600" lvl="8" algn="l" rtl="0">
        <a:defRPr lang="en-US" sz="1800" dirty="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bg>
      <p:bgPr>
        <a:blipFill dpi="0" rotWithShape="1">
          <a:blip r:embed="rId3"/>
          <a:tile tx="0" ty="0" sx="100000" sy="80000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B99B68BA-A659-4E74-A2AD-4079CEEF5C4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00E93404-FD84-4C9E-8FB0-C2D6104A92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924800" cy="1953064"/>
          </a:xfrm>
        </p:spPr>
        <p:txBody>
          <a:bodyPr rtlCol="0"/>
          <a:lstStyle/>
          <a:p>
            <a:endParaRPr/>
          </a:p>
          <a:p>
            <a:r>
              <a:rPr lang="en-US" dirty="0"/>
              <a:t> </a:t>
            </a:r>
            <a:r>
              <a:rPr lang="en-US" dirty="0">
                <a:latin typeface="Times New Roman"/>
              </a:rPr>
              <a:t>    </a:t>
            </a:r>
          </a:p>
        </p:txBody>
      </p:sp>
      <p:sp>
        <p:nvSpPr>
          <p:cNvPr id="3" name="TextBox 5">
            <a:extLst>
              <a:ext uri="{492C1B75-F737-40A7-8337-AB8668CCE2D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BEF567ED-91D6-4908-A4DF-07906497558B}"/>
              </a:ext>
            </a:extLst>
          </p:cNvPr>
          <p:cNvSpPr txBox="1"/>
          <p:nvPr/>
        </p:nvSpPr>
        <p:spPr>
          <a:xfrm>
            <a:off x="1524000" y="232090"/>
            <a:ext cx="77989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>
                    <a:srgbClr val="6E747A">
                      <a:alpha val="43000"/>
                    </a:srgbClr>
                  </a:outerShdw>
                </a:effectLst>
                <a:latin typeface="Times New Roman"/>
              </a:rPr>
              <a:t>   KONGU ENGINEERING COLLEGE</a:t>
            </a:r>
            <a:r>
              <a:rPr lang="en-US" b="1" dirty="0">
                <a:ln w="0"/>
                <a:solidFill>
                  <a:schemeClr val="accent1"/>
                </a:solidFill>
                <a:effectLst>
                  <a:outerShdw blurRad="38100" dist="25400" dir="5400000">
                    <a:srgbClr val="6E747A">
                      <a:alpha val="43000"/>
                    </a:srgbClr>
                  </a:outerShdw>
                </a:effectLst>
                <a:latin typeface="Times New Roman"/>
              </a:rPr>
              <a:t> </a:t>
            </a:r>
          </a:p>
          <a:p>
            <a:pPr algn="ctr">
              <a:spcAft>
                <a:spcPts val="600"/>
              </a:spcAft>
            </a:pPr>
            <a:r>
              <a:rPr lang="en-US" sz="1200" b="1" dirty="0">
                <a:ln w="0"/>
                <a:solidFill>
                  <a:schemeClr val="accent6">
                    <a:lumMod val="50000"/>
                  </a:schemeClr>
                </a:solidFill>
                <a:effectLst>
                  <a:outerShdw blurRad="38100" dist="25400" dir="5400000">
                    <a:srgbClr val="6E747A">
                      <a:alpha val="43000"/>
                    </a:srgbClr>
                  </a:outerShdw>
                </a:effectLst>
                <a:latin typeface="Times New Roman"/>
              </a:rPr>
              <a:t>   PERUNDURAI ERODE-638060</a:t>
            </a:r>
          </a:p>
          <a:p>
            <a:pPr algn="ctr"/>
            <a:endParaRPr lang="en-US" sz="1200" b="1" dirty="0">
              <a:ln w="0"/>
              <a:solidFill>
                <a:schemeClr val="accent6">
                  <a:lumMod val="50000"/>
                </a:schemeClr>
              </a:solidFill>
              <a:effectLst>
                <a:outerShdw blurRad="38100" dist="25400" dir="5400000">
                  <a:srgbClr val="6E747A">
                    <a:alpha val="43000"/>
                  </a:srgbClr>
                </a:outerShdw>
              </a:effectLst>
              <a:latin typeface="Times New Roman"/>
            </a:endParaRPr>
          </a:p>
          <a:p>
            <a:pPr algn="ctr">
              <a:spcAft>
                <a:spcPts val="600"/>
              </a:spcAft>
            </a:pPr>
            <a:r>
              <a:rPr lang="en-US" sz="2400" b="1" dirty="0">
                <a:ln w="0"/>
                <a:solidFill>
                  <a:srgbClr val="0000FF"/>
                </a:solidFill>
                <a:effectLst>
                  <a:outerShdw blurRad="38100" dist="25400" dir="5400000">
                    <a:srgbClr val="6E747A">
                      <a:alpha val="43000"/>
                    </a:srgbClr>
                  </a:outerShdw>
                </a:effectLst>
                <a:latin typeface="Times New Roman"/>
              </a:rPr>
              <a:t>ARTIFICIAL INTELLIGENCE AND DATA SCIENCE</a:t>
            </a:r>
          </a:p>
          <a:p>
            <a:pPr algn="ctr"/>
            <a:endParaRPr lang="en-US" b="1" dirty="0">
              <a:ln w="0"/>
              <a:solidFill>
                <a:srgbClr val="FF0000"/>
              </a:solidFill>
              <a:effectLst>
                <a:outerShdw blurRad="38100" dist="25400" dir="5400000">
                  <a:srgbClr val="6E747A">
                    <a:alpha val="43000"/>
                  </a:srgbClr>
                </a:outerShdw>
              </a:effectLst>
              <a:latin typeface="Times New Roman"/>
            </a:endParaRPr>
          </a:p>
        </p:txBody>
      </p:sp>
      <p:sp>
        <p:nvSpPr>
          <p:cNvPr id="5" name="TextBox 1">
            <a:extLst>
              <a:ext uri="{7265521D-52DB-43BC-9641-ABD5B912EBB5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D9D04821-A9CB-4044-85D5-D7A7FFBC98AE}"/>
              </a:ext>
            </a:extLst>
          </p:cNvPr>
          <p:cNvSpPr txBox="1"/>
          <p:nvPr/>
        </p:nvSpPr>
        <p:spPr>
          <a:xfrm>
            <a:off x="2353122" y="2314575"/>
            <a:ext cx="74093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 dirty="0">
              <a:solidFill>
                <a:schemeClr val="tx1"/>
              </a:solidFill>
              <a:latin typeface="Times New Roman"/>
            </a:endParaRPr>
          </a:p>
          <a:p>
            <a:endParaRPr lang="en-US" sz="2000" b="1" dirty="0">
              <a:solidFill>
                <a:schemeClr val="tx1"/>
              </a:solidFill>
              <a:latin typeface="Times New Roman"/>
            </a:endParaRPr>
          </a:p>
          <a:p>
            <a:endParaRPr lang="en-US" sz="2000" b="1" dirty="0">
              <a:solidFill>
                <a:schemeClr val="tx1"/>
              </a:solidFill>
              <a:latin typeface="Times New Roman"/>
            </a:endParaRPr>
          </a:p>
          <a:p>
            <a:endParaRPr lang="en-US" sz="2000" b="1" dirty="0">
              <a:solidFill>
                <a:schemeClr val="tx1"/>
              </a:solidFill>
              <a:latin typeface="Times New Roman"/>
            </a:endParaRPr>
          </a:p>
          <a:p>
            <a:r>
              <a:rPr lang="en-IN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/>
              </a:rPr>
              <a:t>                             </a:t>
            </a:r>
          </a:p>
        </p:txBody>
      </p:sp>
      <p:sp>
        <p:nvSpPr>
          <p:cNvPr id="6" name="Rectangle 12">
            <a:extLst>
              <a:ext uri="{1C63F01C-1BEA-47B9-B3DD-258BB0B5A0EA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1ECD0D1-924B-44E6-9E89-231765C5AA24}"/>
              </a:ext>
            </a:extLst>
          </p:cNvPr>
          <p:cNvSpPr/>
          <p:nvPr/>
        </p:nvSpPr>
        <p:spPr>
          <a:xfrm>
            <a:off x="81289" y="3513794"/>
            <a:ext cx="2108269" cy="369332"/>
          </a:xfrm>
          <a:prstGeom prst="rect">
            <a:avLst/>
          </a:prstGeom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  <a:latin typeface="Times New Roman"/>
            </a:endParaRPr>
          </a:p>
        </p:txBody>
      </p:sp>
      <p:pic>
        <p:nvPicPr>
          <p:cNvPr id="7" name="Picture 14">
            <a:extLst>
              <a:ext uri="{445F5AB3-A3F2-4601-83EE-EAF4E2D7CF4B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F9424F09-B3AD-4228-AE17-1EA0C4CBE6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3515"/>
            <a:ext cx="948737" cy="1143238"/>
          </a:xfrm>
          <a:prstGeom prst="rect">
            <a:avLst/>
          </a:prstGeom>
          <a:noFill/>
        </p:spPr>
      </p:pic>
      <p:pic>
        <p:nvPicPr>
          <p:cNvPr id="8" name="Picture 17" descr="G:\TBI\TBI@KEC Logos\K Transform\6-5x4 product centre.jpg">
            <a:extLst>
              <a:ext uri="{A88D319D-243B-43B5-B419-76D6946901D4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FB26800-44BD-46EC-AAF0-F94C6EA152E8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1170015" y="1484827"/>
            <a:ext cx="994962" cy="104221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AA0D21F-7FF8-44C5-5E64-F1001139D434}"/>
              </a:ext>
            </a:extLst>
          </p:cNvPr>
          <p:cNvSpPr txBox="1"/>
          <p:nvPr/>
        </p:nvSpPr>
        <p:spPr>
          <a:xfrm>
            <a:off x="2368362" y="2005935"/>
            <a:ext cx="6857419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Modelling and Business Intelligence </a:t>
            </a:r>
          </a:p>
          <a:p>
            <a:pPr algn="ctr"/>
            <a:endParaRPr lang="en-GB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GB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GB" sz="28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Case Study-1</a:t>
            </a:r>
          </a:p>
          <a:p>
            <a:pPr algn="ctr"/>
            <a:r>
              <a:rPr lang="en-GB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- Campaign Performance Analysis</a:t>
            </a:r>
            <a:endParaRPr lang="en-US" sz="2800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r>
              <a:rPr lang="en-IN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HIRTHEESH V J</a:t>
            </a:r>
          </a:p>
          <a:p>
            <a:r>
              <a:rPr lang="en-IN" sz="2000" b="1" dirty="0">
                <a:solidFill>
                  <a:schemeClr val="bg2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23ADR063</a:t>
            </a:r>
          </a:p>
        </p:txBody>
      </p:sp>
    </p:spTree>
    <p:extLst>
      <p:ext uri="{88F41611-601B-40D4-962E-1F4578F1B6DD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5486539A-1335-4EA2-99F3-C32B5D4B2B9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61AB36C7-431E-4BD0-B8FF-6F15BAF50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976" y="0"/>
            <a:ext cx="8229600" cy="1143000"/>
          </a:xfrm>
        </p:spPr>
        <p:txBody>
          <a:bodyPr rtlCol="0"/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4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5" descr="kec2blackborder png.PNG">
            <a:extLst>
              <a:ext uri="{FEBF0652-542B-49C7-86AE-F6F5FA4AFC7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1EAF04FE-6CF8-4707-A94D-8D33D9D46B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2038"/>
            <a:ext cx="508210" cy="632726"/>
          </a:xfrm>
          <a:prstGeom prst="rect">
            <a:avLst/>
          </a:prstGeom>
          <a:noFill/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99572FC0-A898-E980-A3E1-0822D6786A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524000"/>
            <a:ext cx="8229600" cy="50537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campaigns generate large amounts of data such as impressions, clicks, conversions, cost, and revenue. 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databases are not efficient for complex analytical reporting.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Warehousing helps store and analyse historical marketing data. 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Schema is a simple and effective dimensional model used for analytical systems.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focuses on analysing campaign performance using a Star Schema.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buFont typeface="Arial" panose="020B0604020202020204" pitchFamily="34" charset="0"/>
              <a:buChar char="•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02D5E763-37E2-4E26-84E1-1395A4D9910F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6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DB5C2-372A-E103-E140-146D4F9FB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4600" y="-152400"/>
            <a:ext cx="8229600" cy="114300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Scenario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B1063D0D-2F96-F655-0AD7-1BFDD2C01E5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14400" y="1219200"/>
            <a:ext cx="7924800" cy="54846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company runs multiple digital campaigns across platforms like social media, search engines, and email.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Problems faced: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Campaign data is scattered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Hard to measure ROI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Budget allocation is inefficient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Limited visibility into customer engagement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 marL="0" indent="0">
              <a:buNone/>
            </a:pP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Build a centralized analytical model to monitor, compare,            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and  optimize campaign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64691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19060-B5B0-3741-8054-84CC5A37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37442"/>
            <a:ext cx="8229600" cy="114300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Process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94CC04-D4CA-86E5-8FD7-A822AC509A2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47800" y="1501141"/>
            <a:ext cx="7180729" cy="44382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Process: Campaign Performance Tracking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launched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Ads shown to users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click 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convert (purchase/sign-up)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 and revenue recorded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metrics generated: Impressions, Clicks, Conversions, Cost, Revenue.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201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8B686-CDBA-689C-2994-B78C1FE77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28197"/>
            <a:ext cx="8229600" cy="114300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Grain (Level of Detail)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DA73165D-B512-AF65-9F9E-E8BC155BEAA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295400"/>
            <a:ext cx="7924800" cy="5201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record in the fact table represents one campaign per day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 channel.</a:t>
            </a:r>
          </a:p>
          <a:p>
            <a:pPr marL="0" indent="0">
              <a:buNone/>
            </a:pPr>
            <a:endParaRPr lang="en-GB" dirty="0"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includes: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campaign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channel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customer segment or location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Correct grain ensures: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duplication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reporting structure</a:t>
            </a:r>
          </a:p>
          <a:p>
            <a:pPr marL="0" indent="0"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64640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06D7B-53CB-A484-51FD-6DAC1A2ADB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0" y="-152400"/>
            <a:ext cx="8229600" cy="114300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FE1D4-391E-2546-A6A9-F7302D8775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371600"/>
            <a:ext cx="8763000" cy="5943600"/>
          </a:xfrm>
        </p:spPr>
        <p:txBody>
          <a:bodyPr/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fact table stores measurable performance metrics.</a:t>
            </a: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 Table: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Campaign_Facts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Measures (Facts):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Conversions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Cost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</a:t>
            </a:r>
          </a:p>
          <a:p>
            <a:pPr marL="457200" indent="-457200">
              <a:buFont typeface="+mj-lt"/>
              <a:buAutoNum type="arabicPeriod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ROI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table is numeric and supports aggregation.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1FFB08-4700-DBE3-6FC9-AE86AE1F2E40}"/>
              </a:ext>
            </a:extLst>
          </p:cNvPr>
          <p:cNvSpPr txBox="1"/>
          <p:nvPr/>
        </p:nvSpPr>
        <p:spPr>
          <a:xfrm>
            <a:off x="4604656" y="2611237"/>
            <a:ext cx="316315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 Keys: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Customer_Segment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</a:p>
          <a:p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65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5B3EA-C4EF-9AB0-DCC8-8334DC75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-228600"/>
            <a:ext cx="8229600" cy="114300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Dimension Tables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19B6741-9E52-32BF-B18F-D2A9954EC6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4000" y="1031564"/>
            <a:ext cx="5257800" cy="5853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Dimension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Campaign_ID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Campaign_Name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Campaign_Type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Budget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Start_Date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End_Date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IN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Channel Dimension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Channel_ID</a:t>
            </a: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Channel_Name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Platform</a:t>
            </a:r>
            <a:b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Channel_Type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 Dimension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Segment_ID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Age_Group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Gender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Interest_Category</a:t>
            </a:r>
            <a:b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Income_Level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56CB2F5-98FB-CAEF-2D27-CCDC82F5EB07}"/>
              </a:ext>
            </a:extLst>
          </p:cNvPr>
          <p:cNvSpPr txBox="1"/>
          <p:nvPr/>
        </p:nvSpPr>
        <p:spPr>
          <a:xfrm>
            <a:off x="5697502" y="1031564"/>
            <a:ext cx="26289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 Dimension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Location_ID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Country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State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City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Region</a:t>
            </a:r>
          </a:p>
          <a:p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Dimension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GB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Time_ID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(PK)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Date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Month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Quarter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Year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9035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A9C35-D6DA-42D9-EF50-A158600DE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-304800"/>
            <a:ext cx="8229600" cy="1143000"/>
          </a:xfrm>
        </p:spPr>
        <p:txBody>
          <a:bodyPr/>
          <a:lstStyle/>
          <a:p>
            <a:r>
              <a:rPr lang="en-GB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 Schema Structure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C8580C8-9CFB-265F-1668-8AA21FFDA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040344"/>
            <a:ext cx="8001002" cy="54102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B7A64AD8-0D26-C165-E7C1-7F66421DCF51}"/>
              </a:ext>
            </a:extLst>
          </p:cNvPr>
          <p:cNvSpPr/>
          <p:nvPr/>
        </p:nvSpPr>
        <p:spPr>
          <a:xfrm>
            <a:off x="2438400" y="1040344"/>
            <a:ext cx="4724400" cy="5598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28943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1794B-1A80-D5BF-4E3B-C8450ECA0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-345624"/>
            <a:ext cx="8229600" cy="1143000"/>
          </a:xfrm>
        </p:spPr>
        <p:txBody>
          <a:bodyPr/>
          <a:lstStyle/>
          <a:p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6A27C708-9F01-3FF2-06DA-8F8DC89F511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185672" y="457200"/>
            <a:ext cx="7195159" cy="69249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GB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Study: Digital Marketing Agency</a:t>
            </a:r>
          </a:p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implementing Star Schema: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Identified high-performing campaigns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 most profitable marketing channels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conversion rates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unnecessary advertising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Optimized marketing budget allocation</a:t>
            </a:r>
          </a:p>
          <a:p>
            <a:pPr marL="0" indent="0">
              <a:buNone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Benefits: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decision making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campaign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ROI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customer engagement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Higher overall profitability</a:t>
            </a: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48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D1D720-8DB3-DB56-DB12-585197765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-152400"/>
            <a:ext cx="8229600" cy="1143000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2437B7AA-2131-5749-3268-8F7E95E0133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2000" y="1217712"/>
            <a:ext cx="8229600" cy="4992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generates large-scale transactional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well-designed Star Schema helps organize and analyse this data efficiently. 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grain definition and structured fact and dimension tables enable accurate reporting and performance evaluation.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model supports management in analysing campaign effectiveness, customer behaviour, and revenue trends.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Star Schema enhances marketing analytics and improves overall business performance.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21097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AC542435-9AD4-48D4-87BC-94E4E927F940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3A4D9F0E-EC56-43DD-BF8C-EAE3BA9025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99592" y="2708919"/>
            <a:ext cx="7787208" cy="1152127"/>
          </a:xfrm>
        </p:spPr>
        <p:txBody>
          <a:bodyPr rtlCol="0"/>
          <a:lstStyle/>
          <a:p>
            <a:pPr marL="0" indent="0" algn="ctr">
              <a:buNone/>
            </a:pPr>
            <a:r>
              <a:rPr lang="en-IN" sz="6600" b="1" dirty="0">
                <a:solidFill>
                  <a:srgbClr val="FF0000"/>
                </a:solidFill>
                <a:latin typeface="Times New Roman"/>
              </a:rPr>
              <a:t>Thank You !!</a:t>
            </a:r>
          </a:p>
        </p:txBody>
      </p:sp>
      <p:pic>
        <p:nvPicPr>
          <p:cNvPr id="4" name="Picture 4" descr="kec2blackborder png.PNG">
            <a:extLst>
              <a:ext uri="{D4A1EE91-6B6B-4DAD-8F40-F30397A8525F}">
                <a16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a16="http://schemas.microsoft.com/office/drawing/2010/main" id="{4CFBC0DD-07EA-413C-9085-6B30BF136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2612"/>
            <a:ext cx="508210" cy="632726"/>
          </a:xfrm>
          <a:prstGeom prst="rect">
            <a:avLst/>
          </a:prstGeom>
          <a:noFill/>
        </p:spPr>
      </p:pic>
    </p:spTree>
    <p:extLst>
      <p:ext uri="{D1B1206F-2D46-47D2-9D59-33B5F60E504B}">
        <p14:creationId xmlns="" xmlns:c="http://schemas.openxmlformats.org/drawingml/2006/chart" xmlns:cs="http://schemas.microsoft.com/office/drawing/2012/chartStyle" xmlns:ns1="http://schemas.openxmlformats.org/officeDocument/2006/extended-properties" xmlns:vt="http://schemas.openxmlformats.org/officeDocument/2006/docPropsVTypes" xmlns:p14="http://schemas.microsoft.com/office/powerpoint/2010/main" val="17689807916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 dpi="0" rotWithShape="1"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Custom Design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 Classic 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>
          <a:solidFill>
            <a:schemeClr val="phClr">
              <a:shade val="95000"/>
              <a:satMod val="104999"/>
            </a:schemeClr>
          </a:solidFill>
          <a:prstDash val="solid"/>
        </a:ln>
        <a:ln w="25400" cap="flat">
          <a:solidFill>
            <a:schemeClr val="phClr"/>
          </a:solidFill>
          <a:prstDash val="solid"/>
        </a:ln>
        <a:ln w="38100" cap="flat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 dpi="0" rotWithShape="1"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</TotalTime>
  <Words>558</Words>
  <Application>Microsoft Office PowerPoint</Application>
  <PresentationFormat>On-screen Show (4:3)</PresentationFormat>
  <Paragraphs>128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Times New Roman</vt:lpstr>
      <vt:lpstr>Wingdings</vt:lpstr>
      <vt:lpstr>Arial</vt:lpstr>
      <vt:lpstr>Calibri</vt:lpstr>
      <vt:lpstr>Flow</vt:lpstr>
      <vt:lpstr>1_Custom Design</vt:lpstr>
      <vt:lpstr>Custom Design</vt:lpstr>
      <vt:lpstr>PowerPoint Presentation</vt:lpstr>
      <vt:lpstr>Introduction</vt:lpstr>
      <vt:lpstr>Business Scenario</vt:lpstr>
      <vt:lpstr>Business Process</vt:lpstr>
      <vt:lpstr>Grain (Level of Detail)</vt:lpstr>
      <vt:lpstr>Fact Table</vt:lpstr>
      <vt:lpstr>Dimension Tables</vt:lpstr>
      <vt:lpstr>Star Schema Structure</vt:lpstr>
      <vt:lpstr>Case Study</vt:lpstr>
      <vt:lpstr>Conclusion</vt:lpstr>
      <vt:lpstr>PowerPoint Presentation</vt:lpstr>
    </vt:vector>
  </TitlesOfParts>
  <Company>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Sathiskumar Duraisamy</dc:creator>
  <cp:lastModifiedBy>alwinmerrlin@outlook.com</cp:lastModifiedBy>
  <cp:revision>16</cp:revision>
  <dcterms:created xsi:type="dcterms:W3CDTF">2026-01-20T20:19:16Z</dcterms:created>
  <dcterms:modified xsi:type="dcterms:W3CDTF">2026-02-26T03:49:53Z</dcterms:modified>
</cp:coreProperties>
</file>